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96" y="-49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D89E38-31F5-4478-B465-87E7D27EBD10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1F434A-FD20-4C71-A647-58ADFDD8B5DB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 smtClean="0"/>
            <a:t>🧠 </a:t>
          </a:r>
          <a:r>
            <a:rPr lang="en-US" b="1" dirty="0" smtClean="0"/>
            <a:t>Develop a Custom OCR Pipeline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Combine </a:t>
          </a:r>
          <a:r>
            <a:rPr lang="en-US" b="1" dirty="0" smtClean="0"/>
            <a:t>YOLOv3</a:t>
          </a:r>
          <a:r>
            <a:rPr lang="en-US" dirty="0" smtClean="0"/>
            <a:t> for region detection and </a:t>
          </a:r>
          <a:r>
            <a:rPr lang="en-US" b="1" dirty="0" err="1" smtClean="0"/>
            <a:t>Tesseract</a:t>
          </a:r>
          <a:r>
            <a:rPr lang="en-US" b="1" dirty="0" smtClean="0"/>
            <a:t> OCR</a:t>
          </a:r>
          <a:r>
            <a:rPr lang="en-US" dirty="0" smtClean="0"/>
            <a:t> for text extraction.</a:t>
          </a:r>
          <a:endParaRPr lang="en-US" dirty="0"/>
        </a:p>
      </dgm:t>
    </dgm:pt>
    <dgm:pt modelId="{47C746CD-DE71-44A6-8247-B85B7537E3EA}" type="parTrans" cxnId="{71A05F86-DB90-4069-BE7A-8A6875C82CF3}">
      <dgm:prSet/>
      <dgm:spPr/>
      <dgm:t>
        <a:bodyPr/>
        <a:lstStyle/>
        <a:p>
          <a:endParaRPr lang="en-US"/>
        </a:p>
      </dgm:t>
    </dgm:pt>
    <dgm:pt modelId="{E81F4AD3-AB0A-47E0-880B-BD2A32AD6724}" type="sibTrans" cxnId="{71A05F86-DB90-4069-BE7A-8A6875C82CF3}">
      <dgm:prSet/>
      <dgm:spPr/>
      <dgm:t>
        <a:bodyPr/>
        <a:lstStyle/>
        <a:p>
          <a:endParaRPr lang="en-US"/>
        </a:p>
      </dgm:t>
    </dgm:pt>
    <dgm:pt modelId="{AA305845-BEC9-406B-B310-7B00224ACACC}">
      <dgm:prSet/>
      <dgm:spPr>
        <a:solidFill>
          <a:srgbClr val="92D050"/>
        </a:solidFill>
      </dgm:spPr>
      <dgm:t>
        <a:bodyPr/>
        <a:lstStyle/>
        <a:p>
          <a:pPr rtl="0"/>
          <a:r>
            <a:rPr lang="en-US" dirty="0" smtClean="0"/>
            <a:t>📄 </a:t>
          </a:r>
          <a:r>
            <a:rPr lang="en-US" b="1" dirty="0" smtClean="0"/>
            <a:t>Detect Key Text Regions Automatically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Identify structured elements — </a:t>
          </a:r>
          <a:r>
            <a:rPr lang="en-US" i="1" dirty="0" smtClean="0"/>
            <a:t>Patient Name, Test Names, and Results</a:t>
          </a:r>
          <a:r>
            <a:rPr lang="en-US" dirty="0" smtClean="0"/>
            <a:t> — regardless of layout.</a:t>
          </a:r>
          <a:endParaRPr lang="en-US" dirty="0"/>
        </a:p>
      </dgm:t>
    </dgm:pt>
    <dgm:pt modelId="{F9FB91F9-C843-400D-8C01-BD72EE3F3AC2}" type="parTrans" cxnId="{033C481F-E98F-420B-9BE5-4087C4630FDA}">
      <dgm:prSet/>
      <dgm:spPr/>
      <dgm:t>
        <a:bodyPr/>
        <a:lstStyle/>
        <a:p>
          <a:endParaRPr lang="en-US"/>
        </a:p>
      </dgm:t>
    </dgm:pt>
    <dgm:pt modelId="{44F1EBBC-E5C6-4467-ADBE-5821F93C9997}" type="sibTrans" cxnId="{033C481F-E98F-420B-9BE5-4087C4630FDA}">
      <dgm:prSet/>
      <dgm:spPr/>
      <dgm:t>
        <a:bodyPr/>
        <a:lstStyle/>
        <a:p>
          <a:endParaRPr lang="en-US"/>
        </a:p>
      </dgm:t>
    </dgm:pt>
    <dgm:pt modelId="{0FE6D33A-4876-4E97-8B9F-710808C358D5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dirty="0" smtClean="0"/>
            <a:t>⚙️ </a:t>
          </a:r>
          <a:r>
            <a:rPr lang="en-US" b="1" dirty="0" smtClean="0"/>
            <a:t>Convert Image Data into Editable Formats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Generate </a:t>
          </a:r>
          <a:r>
            <a:rPr lang="en-US" b="1" dirty="0" smtClean="0"/>
            <a:t>CSV / PDF</a:t>
          </a:r>
          <a:r>
            <a:rPr lang="en-US" dirty="0" smtClean="0"/>
            <a:t> reports for easy digital use and analysis.</a:t>
          </a:r>
          <a:endParaRPr lang="en-US" dirty="0"/>
        </a:p>
      </dgm:t>
    </dgm:pt>
    <dgm:pt modelId="{11716272-001C-4D99-8461-88629A6F0809}" type="parTrans" cxnId="{ACF575CB-27C0-4EF7-85FA-EEFE356E5396}">
      <dgm:prSet/>
      <dgm:spPr/>
      <dgm:t>
        <a:bodyPr/>
        <a:lstStyle/>
        <a:p>
          <a:endParaRPr lang="en-US"/>
        </a:p>
      </dgm:t>
    </dgm:pt>
    <dgm:pt modelId="{83841E2D-66BC-4616-AB98-BD3DA4F61517}" type="sibTrans" cxnId="{ACF575CB-27C0-4EF7-85FA-EEFE356E5396}">
      <dgm:prSet/>
      <dgm:spPr/>
      <dgm:t>
        <a:bodyPr/>
        <a:lstStyle/>
        <a:p>
          <a:endParaRPr lang="en-US"/>
        </a:p>
      </dgm:t>
    </dgm:pt>
    <dgm:pt modelId="{E756CF1B-C16C-4032-A197-A302FFEB40A1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dirty="0" smtClean="0"/>
            <a:t>☁️ </a:t>
          </a:r>
          <a:r>
            <a:rPr lang="en-US" b="1" dirty="0" smtClean="0"/>
            <a:t>Deploy on Cloud Platforms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Implement and test using </a:t>
          </a:r>
          <a:r>
            <a:rPr lang="en-US" b="1" dirty="0" smtClean="0"/>
            <a:t>AWS </a:t>
          </a:r>
          <a:r>
            <a:rPr lang="en-US" b="1" dirty="0" err="1" smtClean="0"/>
            <a:t>SageMaker</a:t>
          </a:r>
          <a:r>
            <a:rPr lang="en-US" dirty="0" smtClean="0"/>
            <a:t>, </a:t>
          </a:r>
          <a:r>
            <a:rPr lang="en-US" b="1" dirty="0" smtClean="0"/>
            <a:t>Google Drive</a:t>
          </a:r>
          <a:r>
            <a:rPr lang="en-US" dirty="0" smtClean="0"/>
            <a:t>, or </a:t>
          </a:r>
          <a:r>
            <a:rPr lang="en-US" b="1" dirty="0" err="1" smtClean="0"/>
            <a:t>Streamlit</a:t>
          </a:r>
          <a:r>
            <a:rPr lang="en-US" b="1" dirty="0" smtClean="0"/>
            <a:t> Cloud</a:t>
          </a:r>
          <a:r>
            <a:rPr lang="en-US" dirty="0" smtClean="0"/>
            <a:t> for real-time accessibility.</a:t>
          </a:r>
          <a:endParaRPr lang="en-US" dirty="0"/>
        </a:p>
      </dgm:t>
    </dgm:pt>
    <dgm:pt modelId="{9DD9413E-D3C2-474A-A07E-7AE44D766B44}" type="parTrans" cxnId="{21258325-5B42-4E07-A334-AEF41C30B9B2}">
      <dgm:prSet/>
      <dgm:spPr/>
      <dgm:t>
        <a:bodyPr/>
        <a:lstStyle/>
        <a:p>
          <a:endParaRPr lang="en-US"/>
        </a:p>
      </dgm:t>
    </dgm:pt>
    <dgm:pt modelId="{00BDF8A9-8B82-458D-A45E-9BD6206D5771}" type="sibTrans" cxnId="{21258325-5B42-4E07-A334-AEF41C30B9B2}">
      <dgm:prSet/>
      <dgm:spPr/>
      <dgm:t>
        <a:bodyPr/>
        <a:lstStyle/>
        <a:p>
          <a:endParaRPr lang="en-US"/>
        </a:p>
      </dgm:t>
    </dgm:pt>
    <dgm:pt modelId="{315AEDE6-7DB6-4286-9C18-277D312DF78C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0"/>
          <a:r>
            <a:rPr lang="en-US" dirty="0" smtClean="0"/>
            <a:t>📈 </a:t>
          </a:r>
          <a:r>
            <a:rPr lang="en-US" b="1" dirty="0" smtClean="0"/>
            <a:t>Ensure Accuracy &amp; Efficiency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Optimize preprocessing (</a:t>
          </a:r>
          <a:r>
            <a:rPr lang="en-US" dirty="0" err="1" smtClean="0"/>
            <a:t>grayscale</a:t>
          </a:r>
          <a:r>
            <a:rPr lang="en-US" dirty="0" smtClean="0"/>
            <a:t>, </a:t>
          </a:r>
          <a:r>
            <a:rPr lang="en-US" dirty="0" err="1" smtClean="0"/>
            <a:t>thresholding</a:t>
          </a:r>
          <a:r>
            <a:rPr lang="en-US" dirty="0" smtClean="0"/>
            <a:t>, noise removal) to enhance OCR accuracy.</a:t>
          </a:r>
          <a:endParaRPr lang="en-US" dirty="0"/>
        </a:p>
      </dgm:t>
    </dgm:pt>
    <dgm:pt modelId="{9AF99B95-F202-4817-9207-AF64369DD1F3}" type="parTrans" cxnId="{ABC0D6CF-F596-43B4-9A2A-2917D16C1582}">
      <dgm:prSet/>
      <dgm:spPr/>
      <dgm:t>
        <a:bodyPr/>
        <a:lstStyle/>
        <a:p>
          <a:endParaRPr lang="en-US"/>
        </a:p>
      </dgm:t>
    </dgm:pt>
    <dgm:pt modelId="{F380DF24-0969-4270-89E0-D4E189F1B602}" type="sibTrans" cxnId="{ABC0D6CF-F596-43B4-9A2A-2917D16C1582}">
      <dgm:prSet/>
      <dgm:spPr/>
      <dgm:t>
        <a:bodyPr/>
        <a:lstStyle/>
        <a:p>
          <a:endParaRPr lang="en-US"/>
        </a:p>
      </dgm:t>
    </dgm:pt>
    <dgm:pt modelId="{81155395-5850-4AAE-96DA-A41F2DF1D4BE}" type="pres">
      <dgm:prSet presAssocID="{FCD89E38-31F5-4478-B465-87E7D27EBD10}" presName="Name0" presStyleCnt="0">
        <dgm:presLayoutVars>
          <dgm:dir/>
          <dgm:resizeHandles val="exact"/>
        </dgm:presLayoutVars>
      </dgm:prSet>
      <dgm:spPr/>
    </dgm:pt>
    <dgm:pt modelId="{7B088972-6D19-4D0F-8A85-3605BAD549EB}" type="pres">
      <dgm:prSet presAssocID="{FCD89E38-31F5-4478-B465-87E7D27EBD10}" presName="arrow" presStyleLbl="bgShp" presStyleIdx="0" presStyleCnt="1" custScaleX="83636" custScaleY="59211"/>
      <dgm:spPr/>
    </dgm:pt>
    <dgm:pt modelId="{491964F5-5920-4CFD-9537-D4351A01A2EB}" type="pres">
      <dgm:prSet presAssocID="{FCD89E38-31F5-4478-B465-87E7D27EBD10}" presName="points" presStyleCnt="0"/>
      <dgm:spPr/>
    </dgm:pt>
    <dgm:pt modelId="{38F99C81-86B1-4AE7-B28C-44B8FEA67416}" type="pres">
      <dgm:prSet presAssocID="{E31F434A-FD20-4C71-A647-58ADFDD8B5DB}" presName="compositeA" presStyleCnt="0"/>
      <dgm:spPr/>
    </dgm:pt>
    <dgm:pt modelId="{96FFDC55-C6CC-409C-B349-D653CA7FDD37}" type="pres">
      <dgm:prSet presAssocID="{E31F434A-FD20-4C71-A647-58ADFDD8B5DB}" presName="textA" presStyleLbl="revTx" presStyleIdx="0" presStyleCnt="5">
        <dgm:presLayoutVars>
          <dgm:bulletEnabled val="1"/>
        </dgm:presLayoutVars>
      </dgm:prSet>
      <dgm:spPr/>
    </dgm:pt>
    <dgm:pt modelId="{1A9E0D67-60D2-4851-BE6C-381E9E6132E3}" type="pres">
      <dgm:prSet presAssocID="{E31F434A-FD20-4C71-A647-58ADFDD8B5DB}" presName="circleA" presStyleLbl="node1" presStyleIdx="0" presStyleCnt="5"/>
      <dgm:spPr>
        <a:solidFill>
          <a:schemeClr val="accent4">
            <a:lumMod val="50000"/>
          </a:schemeClr>
        </a:solidFill>
      </dgm:spPr>
    </dgm:pt>
    <dgm:pt modelId="{01FCFC40-5E8E-4A36-87B5-EA02F4496B68}" type="pres">
      <dgm:prSet presAssocID="{E31F434A-FD20-4C71-A647-58ADFDD8B5DB}" presName="spaceA" presStyleCnt="0"/>
      <dgm:spPr/>
    </dgm:pt>
    <dgm:pt modelId="{DC8772AB-37F1-4F73-8FE7-A507F7AC68A6}" type="pres">
      <dgm:prSet presAssocID="{E81F4AD3-AB0A-47E0-880B-BD2A32AD6724}" presName="space" presStyleCnt="0"/>
      <dgm:spPr/>
    </dgm:pt>
    <dgm:pt modelId="{2AAD9A66-82FC-4A75-8048-28F85B7D3C38}" type="pres">
      <dgm:prSet presAssocID="{AA305845-BEC9-406B-B310-7B00224ACACC}" presName="compositeB" presStyleCnt="0"/>
      <dgm:spPr/>
    </dgm:pt>
    <dgm:pt modelId="{32152873-28E3-4F31-8017-699A1CAE2D3E}" type="pres">
      <dgm:prSet presAssocID="{AA305845-BEC9-406B-B310-7B00224ACACC}" presName="textB" presStyleLbl="revTx" presStyleIdx="1" presStyleCnt="5">
        <dgm:presLayoutVars>
          <dgm:bulletEnabled val="1"/>
        </dgm:presLayoutVars>
      </dgm:prSet>
      <dgm:spPr/>
    </dgm:pt>
    <dgm:pt modelId="{3868A2F5-8673-4361-91E2-B4C02B1EA2F1}" type="pres">
      <dgm:prSet presAssocID="{AA305845-BEC9-406B-B310-7B00224ACACC}" presName="circleB" presStyleLbl="node1" presStyleIdx="1" presStyleCnt="5"/>
      <dgm:spPr/>
    </dgm:pt>
    <dgm:pt modelId="{36788302-FC68-4C79-9931-98DEFB4526BD}" type="pres">
      <dgm:prSet presAssocID="{AA305845-BEC9-406B-B310-7B00224ACACC}" presName="spaceB" presStyleCnt="0"/>
      <dgm:spPr/>
    </dgm:pt>
    <dgm:pt modelId="{5B8303C0-12F1-41CA-9186-EFF5BCD747B9}" type="pres">
      <dgm:prSet presAssocID="{44F1EBBC-E5C6-4467-ADBE-5821F93C9997}" presName="space" presStyleCnt="0"/>
      <dgm:spPr/>
    </dgm:pt>
    <dgm:pt modelId="{4174F6BB-4DF0-4FBA-AB75-0706B197197E}" type="pres">
      <dgm:prSet presAssocID="{0FE6D33A-4876-4E97-8B9F-710808C358D5}" presName="compositeA" presStyleCnt="0"/>
      <dgm:spPr/>
    </dgm:pt>
    <dgm:pt modelId="{C831E5E1-7C0C-4506-B3CE-E24C748A061C}" type="pres">
      <dgm:prSet presAssocID="{0FE6D33A-4876-4E97-8B9F-710808C358D5}" presName="textA" presStyleLbl="revTx" presStyleIdx="2" presStyleCnt="5">
        <dgm:presLayoutVars>
          <dgm:bulletEnabled val="1"/>
        </dgm:presLayoutVars>
      </dgm:prSet>
      <dgm:spPr/>
    </dgm:pt>
    <dgm:pt modelId="{BD200EB2-A4C9-43C0-9D39-7AC21B455DB4}" type="pres">
      <dgm:prSet presAssocID="{0FE6D33A-4876-4E97-8B9F-710808C358D5}" presName="circleA" presStyleLbl="node1" presStyleIdx="2" presStyleCnt="5"/>
      <dgm:spPr>
        <a:solidFill>
          <a:srgbClr val="FF0000"/>
        </a:solidFill>
      </dgm:spPr>
    </dgm:pt>
    <dgm:pt modelId="{0C5A1A8B-1810-4BFA-A00A-5180346BD5F8}" type="pres">
      <dgm:prSet presAssocID="{0FE6D33A-4876-4E97-8B9F-710808C358D5}" presName="spaceA" presStyleCnt="0"/>
      <dgm:spPr/>
    </dgm:pt>
    <dgm:pt modelId="{4E8C2FC0-0B22-4B52-BB46-E5F483215BDA}" type="pres">
      <dgm:prSet presAssocID="{83841E2D-66BC-4616-AB98-BD3DA4F61517}" presName="space" presStyleCnt="0"/>
      <dgm:spPr/>
    </dgm:pt>
    <dgm:pt modelId="{5FE27805-3EF2-4076-A685-C865C2367056}" type="pres">
      <dgm:prSet presAssocID="{E756CF1B-C16C-4032-A197-A302FFEB40A1}" presName="compositeB" presStyleCnt="0"/>
      <dgm:spPr/>
    </dgm:pt>
    <dgm:pt modelId="{BB0A8A16-6145-46CF-A189-7BFC723C46CC}" type="pres">
      <dgm:prSet presAssocID="{E756CF1B-C16C-4032-A197-A302FFEB40A1}" presName="textB" presStyleLbl="revTx" presStyleIdx="3" presStyleCnt="5">
        <dgm:presLayoutVars>
          <dgm:bulletEnabled val="1"/>
        </dgm:presLayoutVars>
      </dgm:prSet>
      <dgm:spPr/>
    </dgm:pt>
    <dgm:pt modelId="{71799C45-1BDA-43C0-BD92-909B03CDF7FF}" type="pres">
      <dgm:prSet presAssocID="{E756CF1B-C16C-4032-A197-A302FFEB40A1}" presName="circleB" presStyleLbl="node1" presStyleIdx="3" presStyleCnt="5"/>
      <dgm:spPr>
        <a:solidFill>
          <a:srgbClr val="FFFF00"/>
        </a:solidFill>
      </dgm:spPr>
    </dgm:pt>
    <dgm:pt modelId="{2032951A-5831-46D0-B924-1A50303B573B}" type="pres">
      <dgm:prSet presAssocID="{E756CF1B-C16C-4032-A197-A302FFEB40A1}" presName="spaceB" presStyleCnt="0"/>
      <dgm:spPr/>
    </dgm:pt>
    <dgm:pt modelId="{FE740595-37D0-4CDF-9CB3-BBD185D6D11F}" type="pres">
      <dgm:prSet presAssocID="{00BDF8A9-8B82-458D-A45E-9BD6206D5771}" presName="space" presStyleCnt="0"/>
      <dgm:spPr/>
    </dgm:pt>
    <dgm:pt modelId="{318856BD-A293-48A1-87AA-77FE14DE63C0}" type="pres">
      <dgm:prSet presAssocID="{315AEDE6-7DB6-4286-9C18-277D312DF78C}" presName="compositeA" presStyleCnt="0"/>
      <dgm:spPr/>
    </dgm:pt>
    <dgm:pt modelId="{EC8AE9C7-4ED0-45EC-89E1-A02691FBC107}" type="pres">
      <dgm:prSet presAssocID="{315AEDE6-7DB6-4286-9C18-277D312DF78C}" presName="textA" presStyleLbl="revTx" presStyleIdx="4" presStyleCnt="5">
        <dgm:presLayoutVars>
          <dgm:bulletEnabled val="1"/>
        </dgm:presLayoutVars>
      </dgm:prSet>
      <dgm:spPr/>
    </dgm:pt>
    <dgm:pt modelId="{710C9A33-3FA3-44DB-9A52-DFBD637E094C}" type="pres">
      <dgm:prSet presAssocID="{315AEDE6-7DB6-4286-9C18-277D312DF78C}" presName="circleA" presStyleLbl="node1" presStyleIdx="4" presStyleCnt="5"/>
      <dgm:spPr>
        <a:solidFill>
          <a:srgbClr val="7030A0"/>
        </a:solidFill>
      </dgm:spPr>
    </dgm:pt>
    <dgm:pt modelId="{992D5499-2B66-401C-937E-5B30BF40EF1C}" type="pres">
      <dgm:prSet presAssocID="{315AEDE6-7DB6-4286-9C18-277D312DF78C}" presName="spaceA" presStyleCnt="0"/>
      <dgm:spPr/>
    </dgm:pt>
  </dgm:ptLst>
  <dgm:cxnLst>
    <dgm:cxn modelId="{ACF575CB-27C0-4EF7-85FA-EEFE356E5396}" srcId="{FCD89E38-31F5-4478-B465-87E7D27EBD10}" destId="{0FE6D33A-4876-4E97-8B9F-710808C358D5}" srcOrd="2" destOrd="0" parTransId="{11716272-001C-4D99-8461-88629A6F0809}" sibTransId="{83841E2D-66BC-4616-AB98-BD3DA4F61517}"/>
    <dgm:cxn modelId="{21258325-5B42-4E07-A334-AEF41C30B9B2}" srcId="{FCD89E38-31F5-4478-B465-87E7D27EBD10}" destId="{E756CF1B-C16C-4032-A197-A302FFEB40A1}" srcOrd="3" destOrd="0" parTransId="{9DD9413E-D3C2-474A-A07E-7AE44D766B44}" sibTransId="{00BDF8A9-8B82-458D-A45E-9BD6206D5771}"/>
    <dgm:cxn modelId="{3D03C398-2FAD-4E77-9FA9-EFE86252F69A}" type="presOf" srcId="{315AEDE6-7DB6-4286-9C18-277D312DF78C}" destId="{EC8AE9C7-4ED0-45EC-89E1-A02691FBC107}" srcOrd="0" destOrd="0" presId="urn:microsoft.com/office/officeart/2005/8/layout/hProcess11"/>
    <dgm:cxn modelId="{033C481F-E98F-420B-9BE5-4087C4630FDA}" srcId="{FCD89E38-31F5-4478-B465-87E7D27EBD10}" destId="{AA305845-BEC9-406B-B310-7B00224ACACC}" srcOrd="1" destOrd="0" parTransId="{F9FB91F9-C843-400D-8C01-BD72EE3F3AC2}" sibTransId="{44F1EBBC-E5C6-4467-ADBE-5821F93C9997}"/>
    <dgm:cxn modelId="{E0969F43-EEEC-4EB4-B46D-E9E53E108DA7}" type="presOf" srcId="{E31F434A-FD20-4C71-A647-58ADFDD8B5DB}" destId="{96FFDC55-C6CC-409C-B349-D653CA7FDD37}" srcOrd="0" destOrd="0" presId="urn:microsoft.com/office/officeart/2005/8/layout/hProcess11"/>
    <dgm:cxn modelId="{C9243C37-9B2D-4536-AF79-9305C5F19D8D}" type="presOf" srcId="{0FE6D33A-4876-4E97-8B9F-710808C358D5}" destId="{C831E5E1-7C0C-4506-B3CE-E24C748A061C}" srcOrd="0" destOrd="0" presId="urn:microsoft.com/office/officeart/2005/8/layout/hProcess11"/>
    <dgm:cxn modelId="{3FC16656-E2F6-4CED-907D-3DA82982F836}" type="presOf" srcId="{E756CF1B-C16C-4032-A197-A302FFEB40A1}" destId="{BB0A8A16-6145-46CF-A189-7BFC723C46CC}" srcOrd="0" destOrd="0" presId="urn:microsoft.com/office/officeart/2005/8/layout/hProcess11"/>
    <dgm:cxn modelId="{71A05F86-DB90-4069-BE7A-8A6875C82CF3}" srcId="{FCD89E38-31F5-4478-B465-87E7D27EBD10}" destId="{E31F434A-FD20-4C71-A647-58ADFDD8B5DB}" srcOrd="0" destOrd="0" parTransId="{47C746CD-DE71-44A6-8247-B85B7537E3EA}" sibTransId="{E81F4AD3-AB0A-47E0-880B-BD2A32AD6724}"/>
    <dgm:cxn modelId="{A278EECD-413E-4A7A-9EAE-A959BD20CB8B}" type="presOf" srcId="{AA305845-BEC9-406B-B310-7B00224ACACC}" destId="{32152873-28E3-4F31-8017-699A1CAE2D3E}" srcOrd="0" destOrd="0" presId="urn:microsoft.com/office/officeart/2005/8/layout/hProcess11"/>
    <dgm:cxn modelId="{A80CE4C5-21F5-4701-AC43-3EFFFB761722}" type="presOf" srcId="{FCD89E38-31F5-4478-B465-87E7D27EBD10}" destId="{81155395-5850-4AAE-96DA-A41F2DF1D4BE}" srcOrd="0" destOrd="0" presId="urn:microsoft.com/office/officeart/2005/8/layout/hProcess11"/>
    <dgm:cxn modelId="{ABC0D6CF-F596-43B4-9A2A-2917D16C1582}" srcId="{FCD89E38-31F5-4478-B465-87E7D27EBD10}" destId="{315AEDE6-7DB6-4286-9C18-277D312DF78C}" srcOrd="4" destOrd="0" parTransId="{9AF99B95-F202-4817-9207-AF64369DD1F3}" sibTransId="{F380DF24-0969-4270-89E0-D4E189F1B602}"/>
    <dgm:cxn modelId="{7C437FA4-7C08-4445-AD0C-B3E8DF50C755}" type="presParOf" srcId="{81155395-5850-4AAE-96DA-A41F2DF1D4BE}" destId="{7B088972-6D19-4D0F-8A85-3605BAD549EB}" srcOrd="0" destOrd="0" presId="urn:microsoft.com/office/officeart/2005/8/layout/hProcess11"/>
    <dgm:cxn modelId="{2023E4BF-364A-4747-B82A-D7DD2C62BE9A}" type="presParOf" srcId="{81155395-5850-4AAE-96DA-A41F2DF1D4BE}" destId="{491964F5-5920-4CFD-9537-D4351A01A2EB}" srcOrd="1" destOrd="0" presId="urn:microsoft.com/office/officeart/2005/8/layout/hProcess11"/>
    <dgm:cxn modelId="{085ED112-4B0E-4CF8-9C26-52F353C65BC0}" type="presParOf" srcId="{491964F5-5920-4CFD-9537-D4351A01A2EB}" destId="{38F99C81-86B1-4AE7-B28C-44B8FEA67416}" srcOrd="0" destOrd="0" presId="urn:microsoft.com/office/officeart/2005/8/layout/hProcess11"/>
    <dgm:cxn modelId="{F8F8EDD9-128A-4E87-9F5F-3B215DBE2783}" type="presParOf" srcId="{38F99C81-86B1-4AE7-B28C-44B8FEA67416}" destId="{96FFDC55-C6CC-409C-B349-D653CA7FDD37}" srcOrd="0" destOrd="0" presId="urn:microsoft.com/office/officeart/2005/8/layout/hProcess11"/>
    <dgm:cxn modelId="{87AEEF4D-315E-4B59-A67F-4922F5252CC5}" type="presParOf" srcId="{38F99C81-86B1-4AE7-B28C-44B8FEA67416}" destId="{1A9E0D67-60D2-4851-BE6C-381E9E6132E3}" srcOrd="1" destOrd="0" presId="urn:microsoft.com/office/officeart/2005/8/layout/hProcess11"/>
    <dgm:cxn modelId="{6B26FB3B-3A01-420D-A822-573CB2FCF985}" type="presParOf" srcId="{38F99C81-86B1-4AE7-B28C-44B8FEA67416}" destId="{01FCFC40-5E8E-4A36-87B5-EA02F4496B68}" srcOrd="2" destOrd="0" presId="urn:microsoft.com/office/officeart/2005/8/layout/hProcess11"/>
    <dgm:cxn modelId="{976390FC-DA56-4098-B62F-2D8C40E34339}" type="presParOf" srcId="{491964F5-5920-4CFD-9537-D4351A01A2EB}" destId="{DC8772AB-37F1-4F73-8FE7-A507F7AC68A6}" srcOrd="1" destOrd="0" presId="urn:microsoft.com/office/officeart/2005/8/layout/hProcess11"/>
    <dgm:cxn modelId="{54EFEDCF-F165-43DD-BF97-66122E2C4FE1}" type="presParOf" srcId="{491964F5-5920-4CFD-9537-D4351A01A2EB}" destId="{2AAD9A66-82FC-4A75-8048-28F85B7D3C38}" srcOrd="2" destOrd="0" presId="urn:microsoft.com/office/officeart/2005/8/layout/hProcess11"/>
    <dgm:cxn modelId="{285BF581-AF3A-4A3A-864F-D185E077A394}" type="presParOf" srcId="{2AAD9A66-82FC-4A75-8048-28F85B7D3C38}" destId="{32152873-28E3-4F31-8017-699A1CAE2D3E}" srcOrd="0" destOrd="0" presId="urn:microsoft.com/office/officeart/2005/8/layout/hProcess11"/>
    <dgm:cxn modelId="{09DE8F0B-1192-4D1B-9B97-35A415941D6C}" type="presParOf" srcId="{2AAD9A66-82FC-4A75-8048-28F85B7D3C38}" destId="{3868A2F5-8673-4361-91E2-B4C02B1EA2F1}" srcOrd="1" destOrd="0" presId="urn:microsoft.com/office/officeart/2005/8/layout/hProcess11"/>
    <dgm:cxn modelId="{6F2E6610-BAC6-4252-88BE-5425F9C6E54B}" type="presParOf" srcId="{2AAD9A66-82FC-4A75-8048-28F85B7D3C38}" destId="{36788302-FC68-4C79-9931-98DEFB4526BD}" srcOrd="2" destOrd="0" presId="urn:microsoft.com/office/officeart/2005/8/layout/hProcess11"/>
    <dgm:cxn modelId="{962B7DFD-A38C-4082-AD57-BA990C2A745F}" type="presParOf" srcId="{491964F5-5920-4CFD-9537-D4351A01A2EB}" destId="{5B8303C0-12F1-41CA-9186-EFF5BCD747B9}" srcOrd="3" destOrd="0" presId="urn:microsoft.com/office/officeart/2005/8/layout/hProcess11"/>
    <dgm:cxn modelId="{6C18921F-A1D2-4596-A0FA-C7BEB3A06A39}" type="presParOf" srcId="{491964F5-5920-4CFD-9537-D4351A01A2EB}" destId="{4174F6BB-4DF0-4FBA-AB75-0706B197197E}" srcOrd="4" destOrd="0" presId="urn:microsoft.com/office/officeart/2005/8/layout/hProcess11"/>
    <dgm:cxn modelId="{789CD231-8916-4FBF-8380-C23407FB5DF0}" type="presParOf" srcId="{4174F6BB-4DF0-4FBA-AB75-0706B197197E}" destId="{C831E5E1-7C0C-4506-B3CE-E24C748A061C}" srcOrd="0" destOrd="0" presId="urn:microsoft.com/office/officeart/2005/8/layout/hProcess11"/>
    <dgm:cxn modelId="{B4671BE8-42E9-472A-8A98-04131EBFE463}" type="presParOf" srcId="{4174F6BB-4DF0-4FBA-AB75-0706B197197E}" destId="{BD200EB2-A4C9-43C0-9D39-7AC21B455DB4}" srcOrd="1" destOrd="0" presId="urn:microsoft.com/office/officeart/2005/8/layout/hProcess11"/>
    <dgm:cxn modelId="{A6A4A093-7AF6-482C-9289-56EE8450300D}" type="presParOf" srcId="{4174F6BB-4DF0-4FBA-AB75-0706B197197E}" destId="{0C5A1A8B-1810-4BFA-A00A-5180346BD5F8}" srcOrd="2" destOrd="0" presId="urn:microsoft.com/office/officeart/2005/8/layout/hProcess11"/>
    <dgm:cxn modelId="{A2B5C84D-E8EC-4899-A523-0DDC8326E64E}" type="presParOf" srcId="{491964F5-5920-4CFD-9537-D4351A01A2EB}" destId="{4E8C2FC0-0B22-4B52-BB46-E5F483215BDA}" srcOrd="5" destOrd="0" presId="urn:microsoft.com/office/officeart/2005/8/layout/hProcess11"/>
    <dgm:cxn modelId="{68319E04-419D-447F-B8B6-B134EDC4761D}" type="presParOf" srcId="{491964F5-5920-4CFD-9537-D4351A01A2EB}" destId="{5FE27805-3EF2-4076-A685-C865C2367056}" srcOrd="6" destOrd="0" presId="urn:microsoft.com/office/officeart/2005/8/layout/hProcess11"/>
    <dgm:cxn modelId="{AC55C4B1-ECB9-42E3-938E-2DC2B8EF2504}" type="presParOf" srcId="{5FE27805-3EF2-4076-A685-C865C2367056}" destId="{BB0A8A16-6145-46CF-A189-7BFC723C46CC}" srcOrd="0" destOrd="0" presId="urn:microsoft.com/office/officeart/2005/8/layout/hProcess11"/>
    <dgm:cxn modelId="{A3A15F10-2DF3-4821-8DBB-A49B8FA5A855}" type="presParOf" srcId="{5FE27805-3EF2-4076-A685-C865C2367056}" destId="{71799C45-1BDA-43C0-BD92-909B03CDF7FF}" srcOrd="1" destOrd="0" presId="urn:microsoft.com/office/officeart/2005/8/layout/hProcess11"/>
    <dgm:cxn modelId="{4182E723-BBFE-481E-B9CC-75CD5A8291FE}" type="presParOf" srcId="{5FE27805-3EF2-4076-A685-C865C2367056}" destId="{2032951A-5831-46D0-B924-1A50303B573B}" srcOrd="2" destOrd="0" presId="urn:microsoft.com/office/officeart/2005/8/layout/hProcess11"/>
    <dgm:cxn modelId="{FE96D4D4-A895-4E9A-A6BB-53977206EF76}" type="presParOf" srcId="{491964F5-5920-4CFD-9537-D4351A01A2EB}" destId="{FE740595-37D0-4CDF-9CB3-BBD185D6D11F}" srcOrd="7" destOrd="0" presId="urn:microsoft.com/office/officeart/2005/8/layout/hProcess11"/>
    <dgm:cxn modelId="{A7B3C564-F93E-43E4-89DC-30EED2D0948E}" type="presParOf" srcId="{491964F5-5920-4CFD-9537-D4351A01A2EB}" destId="{318856BD-A293-48A1-87AA-77FE14DE63C0}" srcOrd="8" destOrd="0" presId="urn:microsoft.com/office/officeart/2005/8/layout/hProcess11"/>
    <dgm:cxn modelId="{51A95A4B-3C8E-4FBB-9BA3-AC4898ED5DA8}" type="presParOf" srcId="{318856BD-A293-48A1-87AA-77FE14DE63C0}" destId="{EC8AE9C7-4ED0-45EC-89E1-A02691FBC107}" srcOrd="0" destOrd="0" presId="urn:microsoft.com/office/officeart/2005/8/layout/hProcess11"/>
    <dgm:cxn modelId="{C16AF82A-0CFB-43FC-BE1A-D907F3E30672}" type="presParOf" srcId="{318856BD-A293-48A1-87AA-77FE14DE63C0}" destId="{710C9A33-3FA3-44DB-9A52-DFBD637E094C}" srcOrd="1" destOrd="0" presId="urn:microsoft.com/office/officeart/2005/8/layout/hProcess11"/>
    <dgm:cxn modelId="{5B93B402-D9C0-4F3A-A970-73F7730A78CD}" type="presParOf" srcId="{318856BD-A293-48A1-87AA-77FE14DE63C0}" destId="{992D5499-2B66-401C-937E-5B30BF40EF1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717FEA-B94D-4E76-B192-77DF47A6195B}" type="doc">
      <dgm:prSet loTypeId="urn:microsoft.com/office/officeart/2008/layout/LinedLis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D02E19F-80F0-4A71-A01D-77ED1344455E}">
      <dgm:prSet/>
      <dgm:spPr/>
      <dgm:t>
        <a:bodyPr/>
        <a:lstStyle/>
        <a:p>
          <a:pPr rtl="0"/>
          <a:r>
            <a:rPr lang="en-US" dirty="0" smtClean="0"/>
            <a:t>1 </a:t>
          </a:r>
          <a:r>
            <a:rPr lang="en-US" b="1" dirty="0" smtClean="0"/>
            <a:t>Data Collection &amp; Annotation</a:t>
          </a:r>
          <a:endParaRPr lang="en-US" dirty="0"/>
        </a:p>
      </dgm:t>
    </dgm:pt>
    <dgm:pt modelId="{94B4816C-CF80-4A8B-A86F-49E866BA2735}" type="parTrans" cxnId="{1BBB53E1-D88A-47BF-BC89-A45724B19F74}">
      <dgm:prSet/>
      <dgm:spPr/>
      <dgm:t>
        <a:bodyPr/>
        <a:lstStyle/>
        <a:p>
          <a:endParaRPr lang="en-US"/>
        </a:p>
      </dgm:t>
    </dgm:pt>
    <dgm:pt modelId="{B64F1142-E283-41B6-8DC5-CAE5CC647F28}" type="sibTrans" cxnId="{1BBB53E1-D88A-47BF-BC89-A45724B19F74}">
      <dgm:prSet/>
      <dgm:spPr/>
      <dgm:t>
        <a:bodyPr/>
        <a:lstStyle/>
        <a:p>
          <a:endParaRPr lang="en-US"/>
        </a:p>
      </dgm:t>
    </dgm:pt>
    <dgm:pt modelId="{A3AF1B02-092E-473F-A790-5191CCDCD586}">
      <dgm:prSet/>
      <dgm:spPr/>
      <dgm:t>
        <a:bodyPr/>
        <a:lstStyle/>
        <a:p>
          <a:pPr rtl="0"/>
          <a:r>
            <a:rPr lang="en-US" smtClean="0"/>
            <a:t>Gather sample lab reports (scanned/PDF/images).</a:t>
          </a:r>
          <a:endParaRPr lang="en-US"/>
        </a:p>
      </dgm:t>
    </dgm:pt>
    <dgm:pt modelId="{9CD50EE5-36F9-405F-855E-BFBB51355DF8}" type="parTrans" cxnId="{185EAB96-D708-4495-A94D-BFEE4EB33929}">
      <dgm:prSet/>
      <dgm:spPr/>
      <dgm:t>
        <a:bodyPr/>
        <a:lstStyle/>
        <a:p>
          <a:endParaRPr lang="en-US"/>
        </a:p>
      </dgm:t>
    </dgm:pt>
    <dgm:pt modelId="{B5CDA8EA-6973-412E-8741-DB232269D7C0}" type="sibTrans" cxnId="{185EAB96-D708-4495-A94D-BFEE4EB33929}">
      <dgm:prSet/>
      <dgm:spPr/>
      <dgm:t>
        <a:bodyPr/>
        <a:lstStyle/>
        <a:p>
          <a:endParaRPr lang="en-US"/>
        </a:p>
      </dgm:t>
    </dgm:pt>
    <dgm:pt modelId="{1FA2D643-782A-4BC9-B376-30C53FA76337}">
      <dgm:prSet/>
      <dgm:spPr/>
      <dgm:t>
        <a:bodyPr/>
        <a:lstStyle/>
        <a:p>
          <a:pPr rtl="0"/>
          <a:r>
            <a:rPr lang="en-US" smtClean="0"/>
            <a:t>Label regions (Name, Age, Test Name, T3, T4, TSH) using LabelImg.</a:t>
          </a:r>
          <a:endParaRPr lang="en-US"/>
        </a:p>
      </dgm:t>
    </dgm:pt>
    <dgm:pt modelId="{E113105D-F120-4E24-9BBA-FAFD7C833786}" type="parTrans" cxnId="{B5921E2D-1C9B-40F1-8F84-51D121EAA0C5}">
      <dgm:prSet/>
      <dgm:spPr/>
      <dgm:t>
        <a:bodyPr/>
        <a:lstStyle/>
        <a:p>
          <a:endParaRPr lang="en-US"/>
        </a:p>
      </dgm:t>
    </dgm:pt>
    <dgm:pt modelId="{12A95786-0354-4027-8D88-55FA270B7EB7}" type="sibTrans" cxnId="{B5921E2D-1C9B-40F1-8F84-51D121EAA0C5}">
      <dgm:prSet/>
      <dgm:spPr/>
      <dgm:t>
        <a:bodyPr/>
        <a:lstStyle/>
        <a:p>
          <a:endParaRPr lang="en-US"/>
        </a:p>
      </dgm:t>
    </dgm:pt>
    <dgm:pt modelId="{80AC7BCB-5C18-4F48-B2A3-7C094F149588}">
      <dgm:prSet/>
      <dgm:spPr/>
      <dgm:t>
        <a:bodyPr/>
        <a:lstStyle/>
        <a:p>
          <a:pPr rtl="0"/>
          <a:endParaRPr lang="en-US" dirty="0"/>
        </a:p>
      </dgm:t>
    </dgm:pt>
    <dgm:pt modelId="{06FBCE83-D3E4-4A58-BEC6-F4238F1B5771}" type="parTrans" cxnId="{45054DD5-D7D2-4945-8850-CF00D4FA9109}">
      <dgm:prSet/>
      <dgm:spPr/>
      <dgm:t>
        <a:bodyPr/>
        <a:lstStyle/>
        <a:p>
          <a:endParaRPr lang="en-US"/>
        </a:p>
      </dgm:t>
    </dgm:pt>
    <dgm:pt modelId="{63305AB3-AEED-4B77-8481-5FB80AF74A07}" type="sibTrans" cxnId="{45054DD5-D7D2-4945-8850-CF00D4FA9109}">
      <dgm:prSet/>
      <dgm:spPr/>
      <dgm:t>
        <a:bodyPr/>
        <a:lstStyle/>
        <a:p>
          <a:endParaRPr lang="en-US"/>
        </a:p>
      </dgm:t>
    </dgm:pt>
    <dgm:pt modelId="{DE8B1761-1D2A-4CD2-B1F6-51375BA6162A}">
      <dgm:prSet/>
      <dgm:spPr/>
      <dgm:t>
        <a:bodyPr/>
        <a:lstStyle/>
        <a:p>
          <a:pPr rtl="0"/>
          <a:r>
            <a:rPr lang="en-US" dirty="0" smtClean="0"/>
            <a:t>2 </a:t>
          </a:r>
          <a:r>
            <a:rPr lang="en-US" b="1" dirty="0" smtClean="0"/>
            <a:t>YOLOv3 Model Training</a:t>
          </a:r>
          <a:endParaRPr lang="en-US" dirty="0"/>
        </a:p>
      </dgm:t>
    </dgm:pt>
    <dgm:pt modelId="{7A8FF934-1181-4021-8009-A55ACDEF89D8}" type="parTrans" cxnId="{ADA3FE25-8037-4B53-8A01-DECE8BE56BE7}">
      <dgm:prSet/>
      <dgm:spPr/>
      <dgm:t>
        <a:bodyPr/>
        <a:lstStyle/>
        <a:p>
          <a:endParaRPr lang="en-US"/>
        </a:p>
      </dgm:t>
    </dgm:pt>
    <dgm:pt modelId="{70452318-B0A7-427D-84D2-1C1136A485E0}" type="sibTrans" cxnId="{ADA3FE25-8037-4B53-8A01-DECE8BE56BE7}">
      <dgm:prSet/>
      <dgm:spPr/>
      <dgm:t>
        <a:bodyPr/>
        <a:lstStyle/>
        <a:p>
          <a:endParaRPr lang="en-US"/>
        </a:p>
      </dgm:t>
    </dgm:pt>
    <dgm:pt modelId="{BF0FB7DB-5927-4ED7-838F-2E18DC7EDEAB}">
      <dgm:prSet/>
      <dgm:spPr/>
      <dgm:t>
        <a:bodyPr/>
        <a:lstStyle/>
        <a:p>
          <a:pPr rtl="0"/>
          <a:r>
            <a:rPr lang="en-US" smtClean="0"/>
            <a:t>Train on labeled data for object detection.</a:t>
          </a:r>
          <a:endParaRPr lang="en-US"/>
        </a:p>
      </dgm:t>
    </dgm:pt>
    <dgm:pt modelId="{2E5718AF-31C6-498A-A32D-134665B1C563}" type="parTrans" cxnId="{BEBBDED5-02EB-457B-800B-128BB44C01B1}">
      <dgm:prSet/>
      <dgm:spPr/>
      <dgm:t>
        <a:bodyPr/>
        <a:lstStyle/>
        <a:p>
          <a:endParaRPr lang="en-US"/>
        </a:p>
      </dgm:t>
    </dgm:pt>
    <dgm:pt modelId="{D8CC9775-5D98-496E-86FA-49B303B8A7D1}" type="sibTrans" cxnId="{BEBBDED5-02EB-457B-800B-128BB44C01B1}">
      <dgm:prSet/>
      <dgm:spPr/>
      <dgm:t>
        <a:bodyPr/>
        <a:lstStyle/>
        <a:p>
          <a:endParaRPr lang="en-US"/>
        </a:p>
      </dgm:t>
    </dgm:pt>
    <dgm:pt modelId="{601A2980-CE59-4468-803F-D513534BA044}">
      <dgm:prSet/>
      <dgm:spPr/>
      <dgm:t>
        <a:bodyPr/>
        <a:lstStyle/>
        <a:p>
          <a:pPr rtl="0"/>
          <a:r>
            <a:rPr lang="en-US" smtClean="0"/>
            <a:t>Output: bounding boxes around text regions.</a:t>
          </a:r>
          <a:endParaRPr lang="en-US"/>
        </a:p>
      </dgm:t>
    </dgm:pt>
    <dgm:pt modelId="{53E2DD41-69B5-4E0B-B019-73AE038A4AE8}" type="parTrans" cxnId="{E5450760-533B-4FFB-A702-AD9ADDBEBD84}">
      <dgm:prSet/>
      <dgm:spPr/>
      <dgm:t>
        <a:bodyPr/>
        <a:lstStyle/>
        <a:p>
          <a:endParaRPr lang="en-US"/>
        </a:p>
      </dgm:t>
    </dgm:pt>
    <dgm:pt modelId="{03982E4C-7E12-4BE4-97D9-E92BB9760383}" type="sibTrans" cxnId="{E5450760-533B-4FFB-A702-AD9ADDBEBD84}">
      <dgm:prSet/>
      <dgm:spPr/>
      <dgm:t>
        <a:bodyPr/>
        <a:lstStyle/>
        <a:p>
          <a:endParaRPr lang="en-US"/>
        </a:p>
      </dgm:t>
    </dgm:pt>
    <dgm:pt modelId="{6671F3A7-D66E-438C-9174-D8E7B3CC4D02}">
      <dgm:prSet/>
      <dgm:spPr/>
      <dgm:t>
        <a:bodyPr/>
        <a:lstStyle/>
        <a:p>
          <a:pPr rtl="0"/>
          <a:endParaRPr lang="en-US" dirty="0"/>
        </a:p>
      </dgm:t>
    </dgm:pt>
    <dgm:pt modelId="{586CB255-A4E3-46BB-8BCB-704ADEFD2DBE}" type="parTrans" cxnId="{2F09707F-FFB4-43E5-8311-C7042DA7E2D1}">
      <dgm:prSet/>
      <dgm:spPr/>
      <dgm:t>
        <a:bodyPr/>
        <a:lstStyle/>
        <a:p>
          <a:endParaRPr lang="en-US"/>
        </a:p>
      </dgm:t>
    </dgm:pt>
    <dgm:pt modelId="{5DEB5B39-F037-4F7E-82DD-DFA3FFEC1FF1}" type="sibTrans" cxnId="{2F09707F-FFB4-43E5-8311-C7042DA7E2D1}">
      <dgm:prSet/>
      <dgm:spPr/>
      <dgm:t>
        <a:bodyPr/>
        <a:lstStyle/>
        <a:p>
          <a:endParaRPr lang="en-US"/>
        </a:p>
      </dgm:t>
    </dgm:pt>
    <dgm:pt modelId="{B79C2462-9121-484D-8DD8-90E1B94515DD}">
      <dgm:prSet/>
      <dgm:spPr/>
      <dgm:t>
        <a:bodyPr/>
        <a:lstStyle/>
        <a:p>
          <a:pPr rtl="0"/>
          <a:r>
            <a:rPr lang="en-US" dirty="0" smtClean="0"/>
            <a:t>3 </a:t>
          </a:r>
          <a:r>
            <a:rPr lang="en-US" b="1" dirty="0" smtClean="0"/>
            <a:t>Region Extraction</a:t>
          </a:r>
          <a:endParaRPr lang="en-US" dirty="0"/>
        </a:p>
      </dgm:t>
    </dgm:pt>
    <dgm:pt modelId="{EE16A5AE-F3C4-4C53-A048-2D5550F16803}" type="parTrans" cxnId="{CDFD6266-B802-458A-A698-F89BF4E05B76}">
      <dgm:prSet/>
      <dgm:spPr/>
      <dgm:t>
        <a:bodyPr/>
        <a:lstStyle/>
        <a:p>
          <a:endParaRPr lang="en-US"/>
        </a:p>
      </dgm:t>
    </dgm:pt>
    <dgm:pt modelId="{2F28CF25-7CB4-4806-9F0F-66B39B8D8138}" type="sibTrans" cxnId="{CDFD6266-B802-458A-A698-F89BF4E05B76}">
      <dgm:prSet/>
      <dgm:spPr/>
      <dgm:t>
        <a:bodyPr/>
        <a:lstStyle/>
        <a:p>
          <a:endParaRPr lang="en-US"/>
        </a:p>
      </dgm:t>
    </dgm:pt>
    <dgm:pt modelId="{A250BCB4-8042-4711-82C9-A623C3B74C7E}">
      <dgm:prSet/>
      <dgm:spPr/>
      <dgm:t>
        <a:bodyPr/>
        <a:lstStyle/>
        <a:p>
          <a:pPr rtl="0"/>
          <a:r>
            <a:rPr lang="en-US" smtClean="0"/>
            <a:t>Crop detected areas using YOLO bounding box coordinates.</a:t>
          </a:r>
          <a:endParaRPr lang="en-US"/>
        </a:p>
      </dgm:t>
    </dgm:pt>
    <dgm:pt modelId="{21141581-F399-4E28-B4EE-B98D1592C5B2}" type="parTrans" cxnId="{FE40DAB3-1101-4C84-82E8-D952D8602CB8}">
      <dgm:prSet/>
      <dgm:spPr/>
      <dgm:t>
        <a:bodyPr/>
        <a:lstStyle/>
        <a:p>
          <a:endParaRPr lang="en-US"/>
        </a:p>
      </dgm:t>
    </dgm:pt>
    <dgm:pt modelId="{81EB301D-5C95-4F2D-A531-70DD6EAE7ACE}" type="sibTrans" cxnId="{FE40DAB3-1101-4C84-82E8-D952D8602CB8}">
      <dgm:prSet/>
      <dgm:spPr/>
      <dgm:t>
        <a:bodyPr/>
        <a:lstStyle/>
        <a:p>
          <a:endParaRPr lang="en-US"/>
        </a:p>
      </dgm:t>
    </dgm:pt>
    <dgm:pt modelId="{DA6E269B-B41A-42A9-95CA-2FF076787178}">
      <dgm:prSet/>
      <dgm:spPr/>
      <dgm:t>
        <a:bodyPr/>
        <a:lstStyle/>
        <a:p>
          <a:pPr rtl="0"/>
          <a:endParaRPr lang="en-US" dirty="0"/>
        </a:p>
      </dgm:t>
    </dgm:pt>
    <dgm:pt modelId="{49DC0F09-7D3A-46C6-A6D5-03F5F2722383}" type="parTrans" cxnId="{FBCD14E1-5C37-41B7-B027-45E69D9C32CA}">
      <dgm:prSet/>
      <dgm:spPr/>
      <dgm:t>
        <a:bodyPr/>
        <a:lstStyle/>
        <a:p>
          <a:endParaRPr lang="en-US"/>
        </a:p>
      </dgm:t>
    </dgm:pt>
    <dgm:pt modelId="{F3213D3E-1828-4F0A-AAB6-6272E0B63C43}" type="sibTrans" cxnId="{FBCD14E1-5C37-41B7-B027-45E69D9C32CA}">
      <dgm:prSet/>
      <dgm:spPr/>
      <dgm:t>
        <a:bodyPr/>
        <a:lstStyle/>
        <a:p>
          <a:endParaRPr lang="en-US"/>
        </a:p>
      </dgm:t>
    </dgm:pt>
    <dgm:pt modelId="{6DCBDAC2-8BD0-4245-91F4-50535B13D7CA}">
      <dgm:prSet/>
      <dgm:spPr/>
      <dgm:t>
        <a:bodyPr/>
        <a:lstStyle/>
        <a:p>
          <a:pPr rtl="0"/>
          <a:r>
            <a:rPr lang="en-US" dirty="0" smtClean="0"/>
            <a:t>4 </a:t>
          </a:r>
          <a:r>
            <a:rPr lang="en-US" b="1" dirty="0" smtClean="0"/>
            <a:t>Text Recognition (</a:t>
          </a:r>
          <a:r>
            <a:rPr lang="en-US" b="1" dirty="0" err="1" smtClean="0"/>
            <a:t>Tesseract</a:t>
          </a:r>
          <a:r>
            <a:rPr lang="en-US" b="1" dirty="0" smtClean="0"/>
            <a:t> OCR)</a:t>
          </a:r>
          <a:endParaRPr lang="en-US" dirty="0"/>
        </a:p>
      </dgm:t>
    </dgm:pt>
    <dgm:pt modelId="{9AD9991D-64BC-47FE-8F03-14F634662ACD}" type="parTrans" cxnId="{15FBBA87-F8D6-48F4-A980-A8234E628929}">
      <dgm:prSet/>
      <dgm:spPr/>
      <dgm:t>
        <a:bodyPr/>
        <a:lstStyle/>
        <a:p>
          <a:endParaRPr lang="en-US"/>
        </a:p>
      </dgm:t>
    </dgm:pt>
    <dgm:pt modelId="{114E6626-35EE-4E53-A8F9-9C6F7927E3BA}" type="sibTrans" cxnId="{15FBBA87-F8D6-48F4-A980-A8234E628929}">
      <dgm:prSet/>
      <dgm:spPr/>
      <dgm:t>
        <a:bodyPr/>
        <a:lstStyle/>
        <a:p>
          <a:endParaRPr lang="en-US"/>
        </a:p>
      </dgm:t>
    </dgm:pt>
    <dgm:pt modelId="{FA545392-819C-4177-9828-6B1FF29D75ED}">
      <dgm:prSet/>
      <dgm:spPr/>
      <dgm:t>
        <a:bodyPr/>
        <a:lstStyle/>
        <a:p>
          <a:pPr rtl="0"/>
          <a:r>
            <a:rPr lang="en-US" smtClean="0"/>
            <a:t>Extract text from cropped regions.</a:t>
          </a:r>
          <a:endParaRPr lang="en-US"/>
        </a:p>
      </dgm:t>
    </dgm:pt>
    <dgm:pt modelId="{2F8437D2-5016-4DBA-9499-B79865944A89}" type="parTrans" cxnId="{2C67D29D-A88B-44A6-BBD1-B2E8D0B71D9E}">
      <dgm:prSet/>
      <dgm:spPr/>
      <dgm:t>
        <a:bodyPr/>
        <a:lstStyle/>
        <a:p>
          <a:endParaRPr lang="en-US"/>
        </a:p>
      </dgm:t>
    </dgm:pt>
    <dgm:pt modelId="{25852AB7-A3A8-41A5-BAA9-61300FFAD1CC}" type="sibTrans" cxnId="{2C67D29D-A88B-44A6-BBD1-B2E8D0B71D9E}">
      <dgm:prSet/>
      <dgm:spPr/>
      <dgm:t>
        <a:bodyPr/>
        <a:lstStyle/>
        <a:p>
          <a:endParaRPr lang="en-US"/>
        </a:p>
      </dgm:t>
    </dgm:pt>
    <dgm:pt modelId="{6DC687E1-145B-4169-AFC9-ECCA9B6EBA04}">
      <dgm:prSet/>
      <dgm:spPr/>
      <dgm:t>
        <a:bodyPr/>
        <a:lstStyle/>
        <a:p>
          <a:pPr rtl="0"/>
          <a:r>
            <a:rPr lang="en-US" smtClean="0"/>
            <a:t>Apply preprocessing: grayscale, thresholding, denoising.</a:t>
          </a:r>
          <a:endParaRPr lang="en-US"/>
        </a:p>
      </dgm:t>
    </dgm:pt>
    <dgm:pt modelId="{D86D879D-9DAE-4066-BB5B-543EBEC4FD8F}" type="parTrans" cxnId="{EE86BC17-FDB7-4646-BE09-76DDAC5DA602}">
      <dgm:prSet/>
      <dgm:spPr/>
      <dgm:t>
        <a:bodyPr/>
        <a:lstStyle/>
        <a:p>
          <a:endParaRPr lang="en-US"/>
        </a:p>
      </dgm:t>
    </dgm:pt>
    <dgm:pt modelId="{E969C78B-84E7-4B91-B5B7-9679A0921D66}" type="sibTrans" cxnId="{EE86BC17-FDB7-4646-BE09-76DDAC5DA602}">
      <dgm:prSet/>
      <dgm:spPr/>
      <dgm:t>
        <a:bodyPr/>
        <a:lstStyle/>
        <a:p>
          <a:endParaRPr lang="en-US"/>
        </a:p>
      </dgm:t>
    </dgm:pt>
    <dgm:pt modelId="{7D60FD1A-15CB-41BE-9ECB-AB0C4A299E74}">
      <dgm:prSet/>
      <dgm:spPr/>
      <dgm:t>
        <a:bodyPr/>
        <a:lstStyle/>
        <a:p>
          <a:pPr rtl="0"/>
          <a:endParaRPr lang="en-US" dirty="0"/>
        </a:p>
      </dgm:t>
    </dgm:pt>
    <dgm:pt modelId="{875D5D3A-A154-4277-B304-D222F99BC418}" type="parTrans" cxnId="{8208CBD7-7DB2-4E04-9EEE-E93043988E0B}">
      <dgm:prSet/>
      <dgm:spPr/>
      <dgm:t>
        <a:bodyPr/>
        <a:lstStyle/>
        <a:p>
          <a:endParaRPr lang="en-US"/>
        </a:p>
      </dgm:t>
    </dgm:pt>
    <dgm:pt modelId="{AE726AEE-E7B9-4BA5-B079-F795F5E0BFB0}" type="sibTrans" cxnId="{8208CBD7-7DB2-4E04-9EEE-E93043988E0B}">
      <dgm:prSet/>
      <dgm:spPr/>
      <dgm:t>
        <a:bodyPr/>
        <a:lstStyle/>
        <a:p>
          <a:endParaRPr lang="en-US"/>
        </a:p>
      </dgm:t>
    </dgm:pt>
    <dgm:pt modelId="{9E068E0A-BA33-413C-A17A-175310C7311D}">
      <dgm:prSet/>
      <dgm:spPr/>
      <dgm:t>
        <a:bodyPr/>
        <a:lstStyle/>
        <a:p>
          <a:pPr rtl="0"/>
          <a:r>
            <a:rPr lang="en-US" dirty="0" smtClean="0"/>
            <a:t>5 </a:t>
          </a:r>
          <a:r>
            <a:rPr lang="en-US" b="1" dirty="0" smtClean="0"/>
            <a:t>Post-Processing &amp; Data Structuring</a:t>
          </a:r>
          <a:endParaRPr lang="en-US" dirty="0"/>
        </a:p>
      </dgm:t>
    </dgm:pt>
    <dgm:pt modelId="{C634613B-9F42-4769-9A48-C6A4723674F3}" type="parTrans" cxnId="{F318445C-8CE5-4C9D-8713-928B4A6CE16A}">
      <dgm:prSet/>
      <dgm:spPr/>
      <dgm:t>
        <a:bodyPr/>
        <a:lstStyle/>
        <a:p>
          <a:endParaRPr lang="en-US"/>
        </a:p>
      </dgm:t>
    </dgm:pt>
    <dgm:pt modelId="{C4F83FD2-82E2-4F8D-A39C-B6C461D1C50A}" type="sibTrans" cxnId="{F318445C-8CE5-4C9D-8713-928B4A6CE16A}">
      <dgm:prSet/>
      <dgm:spPr/>
      <dgm:t>
        <a:bodyPr/>
        <a:lstStyle/>
        <a:p>
          <a:endParaRPr lang="en-US"/>
        </a:p>
      </dgm:t>
    </dgm:pt>
    <dgm:pt modelId="{5D0AC61D-40A5-45E4-ACA2-C30E45E3561F}">
      <dgm:prSet/>
      <dgm:spPr/>
      <dgm:t>
        <a:bodyPr/>
        <a:lstStyle/>
        <a:p>
          <a:pPr rtl="0"/>
          <a:r>
            <a:rPr lang="en-US" smtClean="0"/>
            <a:t>Clean text, map to fields (Patient Name, Test Name, etc.).</a:t>
          </a:r>
          <a:endParaRPr lang="en-US"/>
        </a:p>
      </dgm:t>
    </dgm:pt>
    <dgm:pt modelId="{F99F5772-6F96-4D62-BA9A-835590559331}" type="parTrans" cxnId="{44DA3F62-0F71-40F2-946B-CB1CAB98C2B6}">
      <dgm:prSet/>
      <dgm:spPr/>
      <dgm:t>
        <a:bodyPr/>
        <a:lstStyle/>
        <a:p>
          <a:endParaRPr lang="en-US"/>
        </a:p>
      </dgm:t>
    </dgm:pt>
    <dgm:pt modelId="{F3CC4566-200A-48EB-965E-6E815B4BEC16}" type="sibTrans" cxnId="{44DA3F62-0F71-40F2-946B-CB1CAB98C2B6}">
      <dgm:prSet/>
      <dgm:spPr/>
      <dgm:t>
        <a:bodyPr/>
        <a:lstStyle/>
        <a:p>
          <a:endParaRPr lang="en-US"/>
        </a:p>
      </dgm:t>
    </dgm:pt>
    <dgm:pt modelId="{D4CD4B0C-C403-4CA6-B79C-AB5E2499030D}">
      <dgm:prSet/>
      <dgm:spPr/>
      <dgm:t>
        <a:bodyPr/>
        <a:lstStyle/>
        <a:p>
          <a:pPr rtl="0"/>
          <a:r>
            <a:rPr lang="en-US" smtClean="0"/>
            <a:t>Store structured info in JSON/CSV.</a:t>
          </a:r>
          <a:endParaRPr lang="en-US"/>
        </a:p>
      </dgm:t>
    </dgm:pt>
    <dgm:pt modelId="{665DBC14-79CC-4440-9DED-F1A9EC3214CD}" type="parTrans" cxnId="{CDA2945A-88EF-4E14-AC51-8406813CE96F}">
      <dgm:prSet/>
      <dgm:spPr/>
      <dgm:t>
        <a:bodyPr/>
        <a:lstStyle/>
        <a:p>
          <a:endParaRPr lang="en-US"/>
        </a:p>
      </dgm:t>
    </dgm:pt>
    <dgm:pt modelId="{99A10993-EC1D-48A2-A692-D7990DFEE31C}" type="sibTrans" cxnId="{CDA2945A-88EF-4E14-AC51-8406813CE96F}">
      <dgm:prSet/>
      <dgm:spPr/>
      <dgm:t>
        <a:bodyPr/>
        <a:lstStyle/>
        <a:p>
          <a:endParaRPr lang="en-US"/>
        </a:p>
      </dgm:t>
    </dgm:pt>
    <dgm:pt modelId="{F62D927A-FBC9-42F6-87DC-291FB00DEAB5}">
      <dgm:prSet/>
      <dgm:spPr/>
      <dgm:t>
        <a:bodyPr/>
        <a:lstStyle/>
        <a:p>
          <a:pPr rtl="0"/>
          <a:endParaRPr lang="en-US" dirty="0"/>
        </a:p>
      </dgm:t>
    </dgm:pt>
    <dgm:pt modelId="{0BF3C476-3E2C-4C1D-B12C-235333FDD204}" type="parTrans" cxnId="{08873278-9185-4341-B251-AEB44B97ACC3}">
      <dgm:prSet/>
      <dgm:spPr/>
      <dgm:t>
        <a:bodyPr/>
        <a:lstStyle/>
        <a:p>
          <a:endParaRPr lang="en-US"/>
        </a:p>
      </dgm:t>
    </dgm:pt>
    <dgm:pt modelId="{EF0CF0EB-DB2A-4A8E-A95F-C1FF3D8E27DE}" type="sibTrans" cxnId="{08873278-9185-4341-B251-AEB44B97ACC3}">
      <dgm:prSet/>
      <dgm:spPr/>
      <dgm:t>
        <a:bodyPr/>
        <a:lstStyle/>
        <a:p>
          <a:endParaRPr lang="en-US"/>
        </a:p>
      </dgm:t>
    </dgm:pt>
    <dgm:pt modelId="{393267EB-A2ED-4FB4-97F9-A789664506FD}">
      <dgm:prSet/>
      <dgm:spPr/>
      <dgm:t>
        <a:bodyPr/>
        <a:lstStyle/>
        <a:p>
          <a:pPr rtl="0"/>
          <a:r>
            <a:rPr lang="en-US" dirty="0" smtClean="0"/>
            <a:t>6 </a:t>
          </a:r>
          <a:r>
            <a:rPr lang="en-US" b="1" dirty="0" smtClean="0"/>
            <a:t>Report Generation &amp; Deployment</a:t>
          </a:r>
          <a:endParaRPr lang="en-US" dirty="0"/>
        </a:p>
      </dgm:t>
    </dgm:pt>
    <dgm:pt modelId="{8768A64C-B140-4751-A178-89D9BF65F258}" type="parTrans" cxnId="{1FEBC7D9-09F0-4056-9D20-222C634AE59B}">
      <dgm:prSet/>
      <dgm:spPr/>
      <dgm:t>
        <a:bodyPr/>
        <a:lstStyle/>
        <a:p>
          <a:endParaRPr lang="en-US"/>
        </a:p>
      </dgm:t>
    </dgm:pt>
    <dgm:pt modelId="{C8204C92-4416-4688-B220-D823514A3A7A}" type="sibTrans" cxnId="{1FEBC7D9-09F0-4056-9D20-222C634AE59B}">
      <dgm:prSet/>
      <dgm:spPr/>
      <dgm:t>
        <a:bodyPr/>
        <a:lstStyle/>
        <a:p>
          <a:endParaRPr lang="en-US"/>
        </a:p>
      </dgm:t>
    </dgm:pt>
    <dgm:pt modelId="{A21682D4-97DB-4E22-AB40-E050FFCA63D1}">
      <dgm:prSet/>
      <dgm:spPr/>
      <dgm:t>
        <a:bodyPr/>
        <a:lstStyle/>
        <a:p>
          <a:pPr rtl="0"/>
          <a:r>
            <a:rPr lang="en-US" smtClean="0"/>
            <a:t>Generate downloadable PDF reports.</a:t>
          </a:r>
          <a:endParaRPr lang="en-US"/>
        </a:p>
      </dgm:t>
    </dgm:pt>
    <dgm:pt modelId="{AB31A4AD-7B3B-44CE-956B-AC51DC3AE4DE}" type="parTrans" cxnId="{D7A389F5-B62D-4DC0-82C8-339C651975FE}">
      <dgm:prSet/>
      <dgm:spPr/>
      <dgm:t>
        <a:bodyPr/>
        <a:lstStyle/>
        <a:p>
          <a:endParaRPr lang="en-US"/>
        </a:p>
      </dgm:t>
    </dgm:pt>
    <dgm:pt modelId="{9E39BBAD-D2CF-4F16-9318-4320A26032E4}" type="sibTrans" cxnId="{D7A389F5-B62D-4DC0-82C8-339C651975FE}">
      <dgm:prSet/>
      <dgm:spPr/>
      <dgm:t>
        <a:bodyPr/>
        <a:lstStyle/>
        <a:p>
          <a:endParaRPr lang="en-US"/>
        </a:p>
      </dgm:t>
    </dgm:pt>
    <dgm:pt modelId="{7B0056EC-412A-4C36-8543-7B98C0529599}">
      <dgm:prSet/>
      <dgm:spPr/>
      <dgm:t>
        <a:bodyPr/>
        <a:lstStyle/>
        <a:p>
          <a:pPr rtl="0"/>
          <a:r>
            <a:rPr lang="en-US" smtClean="0"/>
            <a:t>Deploy app using </a:t>
          </a:r>
          <a:r>
            <a:rPr lang="en-US" b="1" smtClean="0"/>
            <a:t>Streamlit</a:t>
          </a:r>
          <a:r>
            <a:rPr lang="en-US" smtClean="0"/>
            <a:t> for real-time use.</a:t>
          </a:r>
          <a:endParaRPr lang="en-US"/>
        </a:p>
      </dgm:t>
    </dgm:pt>
    <dgm:pt modelId="{B03C3F59-4359-4EA1-ACE4-D672A375E4EF}" type="parTrans" cxnId="{F844E992-A4D5-4A9B-BF6E-1941129F8A3D}">
      <dgm:prSet/>
      <dgm:spPr/>
      <dgm:t>
        <a:bodyPr/>
        <a:lstStyle/>
        <a:p>
          <a:endParaRPr lang="en-US"/>
        </a:p>
      </dgm:t>
    </dgm:pt>
    <dgm:pt modelId="{FBDD9FEA-8959-4E54-81CF-AF4AE31A2782}" type="sibTrans" cxnId="{F844E992-A4D5-4A9B-BF6E-1941129F8A3D}">
      <dgm:prSet/>
      <dgm:spPr/>
      <dgm:t>
        <a:bodyPr/>
        <a:lstStyle/>
        <a:p>
          <a:endParaRPr lang="en-US"/>
        </a:p>
      </dgm:t>
    </dgm:pt>
    <dgm:pt modelId="{2290B8A0-4116-464D-8516-FF2610A555DE}" type="pres">
      <dgm:prSet presAssocID="{9D717FEA-B94D-4E76-B192-77DF47A6195B}" presName="vert0" presStyleCnt="0">
        <dgm:presLayoutVars>
          <dgm:dir/>
          <dgm:animOne val="branch"/>
          <dgm:animLvl val="lvl"/>
        </dgm:presLayoutVars>
      </dgm:prSet>
      <dgm:spPr/>
    </dgm:pt>
    <dgm:pt modelId="{956B4C4A-BCD4-4412-8A51-E1047C2ACF98}" type="pres">
      <dgm:prSet presAssocID="{9D02E19F-80F0-4A71-A01D-77ED1344455E}" presName="thickLine" presStyleLbl="alignNode1" presStyleIdx="0" presStyleCnt="22"/>
      <dgm:spPr/>
    </dgm:pt>
    <dgm:pt modelId="{DF00AF23-9140-4EF7-8915-2AAEA5FA258A}" type="pres">
      <dgm:prSet presAssocID="{9D02E19F-80F0-4A71-A01D-77ED1344455E}" presName="horz1" presStyleCnt="0"/>
      <dgm:spPr/>
    </dgm:pt>
    <dgm:pt modelId="{43BEF689-865E-4F2B-819E-4EBF951A1055}" type="pres">
      <dgm:prSet presAssocID="{9D02E19F-80F0-4A71-A01D-77ED1344455E}" presName="tx1" presStyleLbl="revTx" presStyleIdx="0" presStyleCnt="22"/>
      <dgm:spPr/>
      <dgm:t>
        <a:bodyPr/>
        <a:lstStyle/>
        <a:p>
          <a:endParaRPr lang="en-US"/>
        </a:p>
      </dgm:t>
    </dgm:pt>
    <dgm:pt modelId="{2293AD47-A17F-44A9-90AD-1C964353751C}" type="pres">
      <dgm:prSet presAssocID="{9D02E19F-80F0-4A71-A01D-77ED1344455E}" presName="vert1" presStyleCnt="0"/>
      <dgm:spPr/>
    </dgm:pt>
    <dgm:pt modelId="{01452962-3729-4BC9-8F79-D6A27E362F62}" type="pres">
      <dgm:prSet presAssocID="{A3AF1B02-092E-473F-A790-5191CCDCD586}" presName="thickLine" presStyleLbl="alignNode1" presStyleIdx="1" presStyleCnt="22"/>
      <dgm:spPr/>
    </dgm:pt>
    <dgm:pt modelId="{7CC95F92-9C36-44E9-A44E-FB2B8567CCEC}" type="pres">
      <dgm:prSet presAssocID="{A3AF1B02-092E-473F-A790-5191CCDCD586}" presName="horz1" presStyleCnt="0"/>
      <dgm:spPr/>
    </dgm:pt>
    <dgm:pt modelId="{ABFC7C9B-3F11-4C95-A2BD-01D3A90BE527}" type="pres">
      <dgm:prSet presAssocID="{A3AF1B02-092E-473F-A790-5191CCDCD586}" presName="tx1" presStyleLbl="revTx" presStyleIdx="1" presStyleCnt="22"/>
      <dgm:spPr/>
    </dgm:pt>
    <dgm:pt modelId="{C7DCDCCC-43D1-4138-B067-5A95AB971CBF}" type="pres">
      <dgm:prSet presAssocID="{A3AF1B02-092E-473F-A790-5191CCDCD586}" presName="vert1" presStyleCnt="0"/>
      <dgm:spPr/>
    </dgm:pt>
    <dgm:pt modelId="{9B0D28A6-388C-4AB7-BEDF-D0A2F776EC23}" type="pres">
      <dgm:prSet presAssocID="{1FA2D643-782A-4BC9-B376-30C53FA76337}" presName="thickLine" presStyleLbl="alignNode1" presStyleIdx="2" presStyleCnt="22"/>
      <dgm:spPr/>
    </dgm:pt>
    <dgm:pt modelId="{5765D7C1-A36C-46C9-804B-976E64F0AE4B}" type="pres">
      <dgm:prSet presAssocID="{1FA2D643-782A-4BC9-B376-30C53FA76337}" presName="horz1" presStyleCnt="0"/>
      <dgm:spPr/>
    </dgm:pt>
    <dgm:pt modelId="{0E8CB562-CA61-49D0-816B-94A31AFBFD0E}" type="pres">
      <dgm:prSet presAssocID="{1FA2D643-782A-4BC9-B376-30C53FA76337}" presName="tx1" presStyleLbl="revTx" presStyleIdx="2" presStyleCnt="22"/>
      <dgm:spPr/>
    </dgm:pt>
    <dgm:pt modelId="{D1A463A9-B17B-4B43-8041-887804D29143}" type="pres">
      <dgm:prSet presAssocID="{1FA2D643-782A-4BC9-B376-30C53FA76337}" presName="vert1" presStyleCnt="0"/>
      <dgm:spPr/>
    </dgm:pt>
    <dgm:pt modelId="{51FCEAAD-3591-475D-9925-DD947AD045CF}" type="pres">
      <dgm:prSet presAssocID="{80AC7BCB-5C18-4F48-B2A3-7C094F149588}" presName="thickLine" presStyleLbl="alignNode1" presStyleIdx="3" presStyleCnt="22"/>
      <dgm:spPr/>
    </dgm:pt>
    <dgm:pt modelId="{B287D545-3CFF-43A6-B280-4BE076C2D29B}" type="pres">
      <dgm:prSet presAssocID="{80AC7BCB-5C18-4F48-B2A3-7C094F149588}" presName="horz1" presStyleCnt="0"/>
      <dgm:spPr/>
    </dgm:pt>
    <dgm:pt modelId="{711D6C54-00CF-4411-9A82-4EF5DABE0D39}" type="pres">
      <dgm:prSet presAssocID="{80AC7BCB-5C18-4F48-B2A3-7C094F149588}" presName="tx1" presStyleLbl="revTx" presStyleIdx="3" presStyleCnt="22"/>
      <dgm:spPr/>
      <dgm:t>
        <a:bodyPr/>
        <a:lstStyle/>
        <a:p>
          <a:endParaRPr lang="en-US"/>
        </a:p>
      </dgm:t>
    </dgm:pt>
    <dgm:pt modelId="{569DA1F9-91D6-4B72-B8F8-4566F17D88C0}" type="pres">
      <dgm:prSet presAssocID="{80AC7BCB-5C18-4F48-B2A3-7C094F149588}" presName="vert1" presStyleCnt="0"/>
      <dgm:spPr/>
    </dgm:pt>
    <dgm:pt modelId="{AE5DFF30-2BB0-4166-9AA1-802DAC15A459}" type="pres">
      <dgm:prSet presAssocID="{DE8B1761-1D2A-4CD2-B1F6-51375BA6162A}" presName="thickLine" presStyleLbl="alignNode1" presStyleIdx="4" presStyleCnt="22"/>
      <dgm:spPr/>
    </dgm:pt>
    <dgm:pt modelId="{91E834ED-FDAB-4222-B1FA-092509928445}" type="pres">
      <dgm:prSet presAssocID="{DE8B1761-1D2A-4CD2-B1F6-51375BA6162A}" presName="horz1" presStyleCnt="0"/>
      <dgm:spPr/>
    </dgm:pt>
    <dgm:pt modelId="{1A0AC8D9-3695-4C55-9FBD-F6E7A160EA1A}" type="pres">
      <dgm:prSet presAssocID="{DE8B1761-1D2A-4CD2-B1F6-51375BA6162A}" presName="tx1" presStyleLbl="revTx" presStyleIdx="4" presStyleCnt="22"/>
      <dgm:spPr/>
      <dgm:t>
        <a:bodyPr/>
        <a:lstStyle/>
        <a:p>
          <a:endParaRPr lang="en-US"/>
        </a:p>
      </dgm:t>
    </dgm:pt>
    <dgm:pt modelId="{8215BDC9-8D2D-4212-BEE8-23FA4E8AFDA3}" type="pres">
      <dgm:prSet presAssocID="{DE8B1761-1D2A-4CD2-B1F6-51375BA6162A}" presName="vert1" presStyleCnt="0"/>
      <dgm:spPr/>
    </dgm:pt>
    <dgm:pt modelId="{CE49C6B4-5E63-47D6-8401-9CFA05295E16}" type="pres">
      <dgm:prSet presAssocID="{BF0FB7DB-5927-4ED7-838F-2E18DC7EDEAB}" presName="thickLine" presStyleLbl="alignNode1" presStyleIdx="5" presStyleCnt="22"/>
      <dgm:spPr/>
    </dgm:pt>
    <dgm:pt modelId="{395DF4E9-2451-495D-B56E-F8ADF07CF3A7}" type="pres">
      <dgm:prSet presAssocID="{BF0FB7DB-5927-4ED7-838F-2E18DC7EDEAB}" presName="horz1" presStyleCnt="0"/>
      <dgm:spPr/>
    </dgm:pt>
    <dgm:pt modelId="{36258B7C-8E2F-46DD-86C3-1F29A8317EC7}" type="pres">
      <dgm:prSet presAssocID="{BF0FB7DB-5927-4ED7-838F-2E18DC7EDEAB}" presName="tx1" presStyleLbl="revTx" presStyleIdx="5" presStyleCnt="22"/>
      <dgm:spPr/>
    </dgm:pt>
    <dgm:pt modelId="{26B5903C-908A-4CDB-8FAF-2BE77851D888}" type="pres">
      <dgm:prSet presAssocID="{BF0FB7DB-5927-4ED7-838F-2E18DC7EDEAB}" presName="vert1" presStyleCnt="0"/>
      <dgm:spPr/>
    </dgm:pt>
    <dgm:pt modelId="{907A60A3-9A2B-4E57-8E6E-9712E668DB75}" type="pres">
      <dgm:prSet presAssocID="{601A2980-CE59-4468-803F-D513534BA044}" presName="thickLine" presStyleLbl="alignNode1" presStyleIdx="6" presStyleCnt="22"/>
      <dgm:spPr/>
    </dgm:pt>
    <dgm:pt modelId="{41C1B364-0989-4994-8823-09583A6E1232}" type="pres">
      <dgm:prSet presAssocID="{601A2980-CE59-4468-803F-D513534BA044}" presName="horz1" presStyleCnt="0"/>
      <dgm:spPr/>
    </dgm:pt>
    <dgm:pt modelId="{032B5E93-E637-4865-888D-8772E8D73F88}" type="pres">
      <dgm:prSet presAssocID="{601A2980-CE59-4468-803F-D513534BA044}" presName="tx1" presStyleLbl="revTx" presStyleIdx="6" presStyleCnt="22"/>
      <dgm:spPr/>
    </dgm:pt>
    <dgm:pt modelId="{6958F0AD-55B7-4D40-99BD-6ADD0D097396}" type="pres">
      <dgm:prSet presAssocID="{601A2980-CE59-4468-803F-D513534BA044}" presName="vert1" presStyleCnt="0"/>
      <dgm:spPr/>
    </dgm:pt>
    <dgm:pt modelId="{C1D2902F-3C0A-465C-8643-E38D20486DD5}" type="pres">
      <dgm:prSet presAssocID="{6671F3A7-D66E-438C-9174-D8E7B3CC4D02}" presName="thickLine" presStyleLbl="alignNode1" presStyleIdx="7" presStyleCnt="22"/>
      <dgm:spPr/>
    </dgm:pt>
    <dgm:pt modelId="{5FE1FBC2-C89F-4A58-A62A-E763E3FCE24F}" type="pres">
      <dgm:prSet presAssocID="{6671F3A7-D66E-438C-9174-D8E7B3CC4D02}" presName="horz1" presStyleCnt="0"/>
      <dgm:spPr/>
    </dgm:pt>
    <dgm:pt modelId="{3EC2330F-8493-4658-9DC5-E114C2DBCF36}" type="pres">
      <dgm:prSet presAssocID="{6671F3A7-D66E-438C-9174-D8E7B3CC4D02}" presName="tx1" presStyleLbl="revTx" presStyleIdx="7" presStyleCnt="22"/>
      <dgm:spPr/>
      <dgm:t>
        <a:bodyPr/>
        <a:lstStyle/>
        <a:p>
          <a:endParaRPr lang="en-US"/>
        </a:p>
      </dgm:t>
    </dgm:pt>
    <dgm:pt modelId="{B66D278A-C193-4AB9-94C8-27104AC5118F}" type="pres">
      <dgm:prSet presAssocID="{6671F3A7-D66E-438C-9174-D8E7B3CC4D02}" presName="vert1" presStyleCnt="0"/>
      <dgm:spPr/>
    </dgm:pt>
    <dgm:pt modelId="{BA013A71-1DFA-4787-8D4B-601E2692E2F4}" type="pres">
      <dgm:prSet presAssocID="{B79C2462-9121-484D-8DD8-90E1B94515DD}" presName="thickLine" presStyleLbl="alignNode1" presStyleIdx="8" presStyleCnt="22"/>
      <dgm:spPr/>
    </dgm:pt>
    <dgm:pt modelId="{5E457929-9B35-4C21-85BD-B4CAAC479E6C}" type="pres">
      <dgm:prSet presAssocID="{B79C2462-9121-484D-8DD8-90E1B94515DD}" presName="horz1" presStyleCnt="0"/>
      <dgm:spPr/>
    </dgm:pt>
    <dgm:pt modelId="{EAEE4DDE-676C-43F6-A216-E421A88F30CF}" type="pres">
      <dgm:prSet presAssocID="{B79C2462-9121-484D-8DD8-90E1B94515DD}" presName="tx1" presStyleLbl="revTx" presStyleIdx="8" presStyleCnt="22"/>
      <dgm:spPr/>
      <dgm:t>
        <a:bodyPr/>
        <a:lstStyle/>
        <a:p>
          <a:endParaRPr lang="en-US"/>
        </a:p>
      </dgm:t>
    </dgm:pt>
    <dgm:pt modelId="{29353A34-5151-40C9-BD92-C51611488E13}" type="pres">
      <dgm:prSet presAssocID="{B79C2462-9121-484D-8DD8-90E1B94515DD}" presName="vert1" presStyleCnt="0"/>
      <dgm:spPr/>
    </dgm:pt>
    <dgm:pt modelId="{B85AB092-59C3-4CF6-8260-873BDEE9FD46}" type="pres">
      <dgm:prSet presAssocID="{A250BCB4-8042-4711-82C9-A623C3B74C7E}" presName="thickLine" presStyleLbl="alignNode1" presStyleIdx="9" presStyleCnt="22"/>
      <dgm:spPr/>
    </dgm:pt>
    <dgm:pt modelId="{B23F1226-40EC-427A-A150-AB1F288EFC20}" type="pres">
      <dgm:prSet presAssocID="{A250BCB4-8042-4711-82C9-A623C3B74C7E}" presName="horz1" presStyleCnt="0"/>
      <dgm:spPr/>
    </dgm:pt>
    <dgm:pt modelId="{B0796981-8ECA-4ADC-B9C3-D8BF7852563C}" type="pres">
      <dgm:prSet presAssocID="{A250BCB4-8042-4711-82C9-A623C3B74C7E}" presName="tx1" presStyleLbl="revTx" presStyleIdx="9" presStyleCnt="22"/>
      <dgm:spPr/>
    </dgm:pt>
    <dgm:pt modelId="{5831A4F3-8C05-4288-A3AE-C1717C8C1F2B}" type="pres">
      <dgm:prSet presAssocID="{A250BCB4-8042-4711-82C9-A623C3B74C7E}" presName="vert1" presStyleCnt="0"/>
      <dgm:spPr/>
    </dgm:pt>
    <dgm:pt modelId="{A58A7C7E-CBD0-4F38-A142-3C8E016F8DCA}" type="pres">
      <dgm:prSet presAssocID="{DA6E269B-B41A-42A9-95CA-2FF076787178}" presName="thickLine" presStyleLbl="alignNode1" presStyleIdx="10" presStyleCnt="22"/>
      <dgm:spPr/>
    </dgm:pt>
    <dgm:pt modelId="{03C65FBC-020C-4BA3-B721-DE5C7F62327A}" type="pres">
      <dgm:prSet presAssocID="{DA6E269B-B41A-42A9-95CA-2FF076787178}" presName="horz1" presStyleCnt="0"/>
      <dgm:spPr/>
    </dgm:pt>
    <dgm:pt modelId="{E6FF3C60-56C7-45AA-8C68-A04B98EF052A}" type="pres">
      <dgm:prSet presAssocID="{DA6E269B-B41A-42A9-95CA-2FF076787178}" presName="tx1" presStyleLbl="revTx" presStyleIdx="10" presStyleCnt="22"/>
      <dgm:spPr/>
      <dgm:t>
        <a:bodyPr/>
        <a:lstStyle/>
        <a:p>
          <a:endParaRPr lang="en-US"/>
        </a:p>
      </dgm:t>
    </dgm:pt>
    <dgm:pt modelId="{3E05722F-1495-4B1F-8ADF-9D854482699C}" type="pres">
      <dgm:prSet presAssocID="{DA6E269B-B41A-42A9-95CA-2FF076787178}" presName="vert1" presStyleCnt="0"/>
      <dgm:spPr/>
    </dgm:pt>
    <dgm:pt modelId="{2F701E9A-1D30-4E2B-914B-73FC09EFF29F}" type="pres">
      <dgm:prSet presAssocID="{6DCBDAC2-8BD0-4245-91F4-50535B13D7CA}" presName="thickLine" presStyleLbl="alignNode1" presStyleIdx="11" presStyleCnt="22"/>
      <dgm:spPr/>
    </dgm:pt>
    <dgm:pt modelId="{C67D6DCD-D14A-4DBC-A588-79B49F04A13D}" type="pres">
      <dgm:prSet presAssocID="{6DCBDAC2-8BD0-4245-91F4-50535B13D7CA}" presName="horz1" presStyleCnt="0"/>
      <dgm:spPr/>
    </dgm:pt>
    <dgm:pt modelId="{82ACDAF2-0B59-4241-86F5-4160C6BCF0E9}" type="pres">
      <dgm:prSet presAssocID="{6DCBDAC2-8BD0-4245-91F4-50535B13D7CA}" presName="tx1" presStyleLbl="revTx" presStyleIdx="11" presStyleCnt="22"/>
      <dgm:spPr/>
      <dgm:t>
        <a:bodyPr/>
        <a:lstStyle/>
        <a:p>
          <a:endParaRPr lang="en-US"/>
        </a:p>
      </dgm:t>
    </dgm:pt>
    <dgm:pt modelId="{E7FA2959-B751-46F7-A080-6B3203D5B7D2}" type="pres">
      <dgm:prSet presAssocID="{6DCBDAC2-8BD0-4245-91F4-50535B13D7CA}" presName="vert1" presStyleCnt="0"/>
      <dgm:spPr/>
    </dgm:pt>
    <dgm:pt modelId="{A93CE643-3FC6-4EA6-A289-9F449A31A1E7}" type="pres">
      <dgm:prSet presAssocID="{FA545392-819C-4177-9828-6B1FF29D75ED}" presName="thickLine" presStyleLbl="alignNode1" presStyleIdx="12" presStyleCnt="22"/>
      <dgm:spPr/>
    </dgm:pt>
    <dgm:pt modelId="{0E400993-4E27-4A57-B985-6BB3D86AC676}" type="pres">
      <dgm:prSet presAssocID="{FA545392-819C-4177-9828-6B1FF29D75ED}" presName="horz1" presStyleCnt="0"/>
      <dgm:spPr/>
    </dgm:pt>
    <dgm:pt modelId="{95D72802-2D85-46E5-894E-3457D2D369A7}" type="pres">
      <dgm:prSet presAssocID="{FA545392-819C-4177-9828-6B1FF29D75ED}" presName="tx1" presStyleLbl="revTx" presStyleIdx="12" presStyleCnt="22"/>
      <dgm:spPr/>
    </dgm:pt>
    <dgm:pt modelId="{2043B1BB-1AF5-4DBA-A97F-202CE1774F7E}" type="pres">
      <dgm:prSet presAssocID="{FA545392-819C-4177-9828-6B1FF29D75ED}" presName="vert1" presStyleCnt="0"/>
      <dgm:spPr/>
    </dgm:pt>
    <dgm:pt modelId="{65819303-2DF2-4BD2-8126-538E40A0A4BA}" type="pres">
      <dgm:prSet presAssocID="{6DC687E1-145B-4169-AFC9-ECCA9B6EBA04}" presName="thickLine" presStyleLbl="alignNode1" presStyleIdx="13" presStyleCnt="22"/>
      <dgm:spPr/>
    </dgm:pt>
    <dgm:pt modelId="{CB7CC78C-6C6B-4491-BFCF-31774A1EC061}" type="pres">
      <dgm:prSet presAssocID="{6DC687E1-145B-4169-AFC9-ECCA9B6EBA04}" presName="horz1" presStyleCnt="0"/>
      <dgm:spPr/>
    </dgm:pt>
    <dgm:pt modelId="{FB64CE27-AA90-4887-B467-9709EE979133}" type="pres">
      <dgm:prSet presAssocID="{6DC687E1-145B-4169-AFC9-ECCA9B6EBA04}" presName="tx1" presStyleLbl="revTx" presStyleIdx="13" presStyleCnt="22"/>
      <dgm:spPr/>
    </dgm:pt>
    <dgm:pt modelId="{A0E95127-DA0C-4000-AA2B-E2D4C970F9EC}" type="pres">
      <dgm:prSet presAssocID="{6DC687E1-145B-4169-AFC9-ECCA9B6EBA04}" presName="vert1" presStyleCnt="0"/>
      <dgm:spPr/>
    </dgm:pt>
    <dgm:pt modelId="{DECE4E90-718F-48E3-8811-3CF742640A0C}" type="pres">
      <dgm:prSet presAssocID="{7D60FD1A-15CB-41BE-9ECB-AB0C4A299E74}" presName="thickLine" presStyleLbl="alignNode1" presStyleIdx="14" presStyleCnt="22"/>
      <dgm:spPr/>
    </dgm:pt>
    <dgm:pt modelId="{9B9CBB6A-617D-47D4-A9E7-9422072A6D45}" type="pres">
      <dgm:prSet presAssocID="{7D60FD1A-15CB-41BE-9ECB-AB0C4A299E74}" presName="horz1" presStyleCnt="0"/>
      <dgm:spPr/>
    </dgm:pt>
    <dgm:pt modelId="{851D9190-FF05-4702-9E42-38E84C5FAD70}" type="pres">
      <dgm:prSet presAssocID="{7D60FD1A-15CB-41BE-9ECB-AB0C4A299E74}" presName="tx1" presStyleLbl="revTx" presStyleIdx="14" presStyleCnt="22"/>
      <dgm:spPr/>
      <dgm:t>
        <a:bodyPr/>
        <a:lstStyle/>
        <a:p>
          <a:endParaRPr lang="en-US"/>
        </a:p>
      </dgm:t>
    </dgm:pt>
    <dgm:pt modelId="{922A4429-0579-4037-AB86-E419D18A11EE}" type="pres">
      <dgm:prSet presAssocID="{7D60FD1A-15CB-41BE-9ECB-AB0C4A299E74}" presName="vert1" presStyleCnt="0"/>
      <dgm:spPr/>
    </dgm:pt>
    <dgm:pt modelId="{8521D58B-D135-46FD-8A9A-67202EB55409}" type="pres">
      <dgm:prSet presAssocID="{9E068E0A-BA33-413C-A17A-175310C7311D}" presName="thickLine" presStyleLbl="alignNode1" presStyleIdx="15" presStyleCnt="22"/>
      <dgm:spPr/>
    </dgm:pt>
    <dgm:pt modelId="{12964B14-1507-4DA8-A55A-A370B8E77EE9}" type="pres">
      <dgm:prSet presAssocID="{9E068E0A-BA33-413C-A17A-175310C7311D}" presName="horz1" presStyleCnt="0"/>
      <dgm:spPr/>
    </dgm:pt>
    <dgm:pt modelId="{8CD9A68E-656A-41B9-8A6F-DE409728C2A7}" type="pres">
      <dgm:prSet presAssocID="{9E068E0A-BA33-413C-A17A-175310C7311D}" presName="tx1" presStyleLbl="revTx" presStyleIdx="15" presStyleCnt="22"/>
      <dgm:spPr/>
      <dgm:t>
        <a:bodyPr/>
        <a:lstStyle/>
        <a:p>
          <a:endParaRPr lang="en-US"/>
        </a:p>
      </dgm:t>
    </dgm:pt>
    <dgm:pt modelId="{814FDC9D-626D-4EC8-A13D-ABFA4F083C30}" type="pres">
      <dgm:prSet presAssocID="{9E068E0A-BA33-413C-A17A-175310C7311D}" presName="vert1" presStyleCnt="0"/>
      <dgm:spPr/>
    </dgm:pt>
    <dgm:pt modelId="{E3354E25-74BA-42F6-82EE-F8E578E13F88}" type="pres">
      <dgm:prSet presAssocID="{5D0AC61D-40A5-45E4-ACA2-C30E45E3561F}" presName="thickLine" presStyleLbl="alignNode1" presStyleIdx="16" presStyleCnt="22"/>
      <dgm:spPr/>
    </dgm:pt>
    <dgm:pt modelId="{65329BE7-DBD9-40D2-9133-FBA5C757B922}" type="pres">
      <dgm:prSet presAssocID="{5D0AC61D-40A5-45E4-ACA2-C30E45E3561F}" presName="horz1" presStyleCnt="0"/>
      <dgm:spPr/>
    </dgm:pt>
    <dgm:pt modelId="{32BDB335-75AC-40D0-BD31-C4911D90E7FF}" type="pres">
      <dgm:prSet presAssocID="{5D0AC61D-40A5-45E4-ACA2-C30E45E3561F}" presName="tx1" presStyleLbl="revTx" presStyleIdx="16" presStyleCnt="22"/>
      <dgm:spPr/>
    </dgm:pt>
    <dgm:pt modelId="{28F313F4-82F3-46F3-98C6-4502B5AF6CA8}" type="pres">
      <dgm:prSet presAssocID="{5D0AC61D-40A5-45E4-ACA2-C30E45E3561F}" presName="vert1" presStyleCnt="0"/>
      <dgm:spPr/>
    </dgm:pt>
    <dgm:pt modelId="{69B3E50C-5AB6-4C21-BFAE-EE8A9991B5C6}" type="pres">
      <dgm:prSet presAssocID="{D4CD4B0C-C403-4CA6-B79C-AB5E2499030D}" presName="thickLine" presStyleLbl="alignNode1" presStyleIdx="17" presStyleCnt="22"/>
      <dgm:spPr/>
    </dgm:pt>
    <dgm:pt modelId="{716D8C12-04DD-49CD-B056-E1670158258B}" type="pres">
      <dgm:prSet presAssocID="{D4CD4B0C-C403-4CA6-B79C-AB5E2499030D}" presName="horz1" presStyleCnt="0"/>
      <dgm:spPr/>
    </dgm:pt>
    <dgm:pt modelId="{E3DD777E-46B9-49F6-910C-728C166E647F}" type="pres">
      <dgm:prSet presAssocID="{D4CD4B0C-C403-4CA6-B79C-AB5E2499030D}" presName="tx1" presStyleLbl="revTx" presStyleIdx="17" presStyleCnt="22"/>
      <dgm:spPr/>
    </dgm:pt>
    <dgm:pt modelId="{F4EF872A-1321-4826-97FE-6682950A317C}" type="pres">
      <dgm:prSet presAssocID="{D4CD4B0C-C403-4CA6-B79C-AB5E2499030D}" presName="vert1" presStyleCnt="0"/>
      <dgm:spPr/>
    </dgm:pt>
    <dgm:pt modelId="{3E6C5C40-9057-4AA3-A571-1A10042E0B71}" type="pres">
      <dgm:prSet presAssocID="{F62D927A-FBC9-42F6-87DC-291FB00DEAB5}" presName="thickLine" presStyleLbl="alignNode1" presStyleIdx="18" presStyleCnt="22"/>
      <dgm:spPr/>
    </dgm:pt>
    <dgm:pt modelId="{546D0CD3-FC24-4F29-B914-54081E27540C}" type="pres">
      <dgm:prSet presAssocID="{F62D927A-FBC9-42F6-87DC-291FB00DEAB5}" presName="horz1" presStyleCnt="0"/>
      <dgm:spPr/>
    </dgm:pt>
    <dgm:pt modelId="{E1334125-77AC-486C-A195-FC59887A1375}" type="pres">
      <dgm:prSet presAssocID="{F62D927A-FBC9-42F6-87DC-291FB00DEAB5}" presName="tx1" presStyleLbl="revTx" presStyleIdx="18" presStyleCnt="22"/>
      <dgm:spPr/>
      <dgm:t>
        <a:bodyPr/>
        <a:lstStyle/>
        <a:p>
          <a:endParaRPr lang="en-US"/>
        </a:p>
      </dgm:t>
    </dgm:pt>
    <dgm:pt modelId="{CD31A4D5-E1F8-4AF9-8979-5A6ADDABAD8D}" type="pres">
      <dgm:prSet presAssocID="{F62D927A-FBC9-42F6-87DC-291FB00DEAB5}" presName="vert1" presStyleCnt="0"/>
      <dgm:spPr/>
    </dgm:pt>
    <dgm:pt modelId="{0317074F-513D-4256-9AB0-6B37BAAB7992}" type="pres">
      <dgm:prSet presAssocID="{393267EB-A2ED-4FB4-97F9-A789664506FD}" presName="thickLine" presStyleLbl="alignNode1" presStyleIdx="19" presStyleCnt="22"/>
      <dgm:spPr/>
    </dgm:pt>
    <dgm:pt modelId="{7800FA5E-53F7-4DCF-A21E-6EE927A06BEF}" type="pres">
      <dgm:prSet presAssocID="{393267EB-A2ED-4FB4-97F9-A789664506FD}" presName="horz1" presStyleCnt="0"/>
      <dgm:spPr/>
    </dgm:pt>
    <dgm:pt modelId="{4571CBDB-F0B6-4175-8F92-88073A77A51D}" type="pres">
      <dgm:prSet presAssocID="{393267EB-A2ED-4FB4-97F9-A789664506FD}" presName="tx1" presStyleLbl="revTx" presStyleIdx="19" presStyleCnt="22"/>
      <dgm:spPr/>
      <dgm:t>
        <a:bodyPr/>
        <a:lstStyle/>
        <a:p>
          <a:endParaRPr lang="en-US"/>
        </a:p>
      </dgm:t>
    </dgm:pt>
    <dgm:pt modelId="{39248D09-E727-4603-A1BC-4D2AF39CD5BB}" type="pres">
      <dgm:prSet presAssocID="{393267EB-A2ED-4FB4-97F9-A789664506FD}" presName="vert1" presStyleCnt="0"/>
      <dgm:spPr/>
    </dgm:pt>
    <dgm:pt modelId="{78AE09BF-A0E1-4D9D-BCB9-122B4D8A49C5}" type="pres">
      <dgm:prSet presAssocID="{A21682D4-97DB-4E22-AB40-E050FFCA63D1}" presName="thickLine" presStyleLbl="alignNode1" presStyleIdx="20" presStyleCnt="22"/>
      <dgm:spPr/>
    </dgm:pt>
    <dgm:pt modelId="{B6429A8F-CB85-43FF-A728-2BA392CB7834}" type="pres">
      <dgm:prSet presAssocID="{A21682D4-97DB-4E22-AB40-E050FFCA63D1}" presName="horz1" presStyleCnt="0"/>
      <dgm:spPr/>
    </dgm:pt>
    <dgm:pt modelId="{62D1B211-F4C2-4D7C-A24D-8B2BFABEB109}" type="pres">
      <dgm:prSet presAssocID="{A21682D4-97DB-4E22-AB40-E050FFCA63D1}" presName="tx1" presStyleLbl="revTx" presStyleIdx="20" presStyleCnt="22"/>
      <dgm:spPr/>
    </dgm:pt>
    <dgm:pt modelId="{1D5C05F9-417E-4B5F-8382-010043BBCA9E}" type="pres">
      <dgm:prSet presAssocID="{A21682D4-97DB-4E22-AB40-E050FFCA63D1}" presName="vert1" presStyleCnt="0"/>
      <dgm:spPr/>
    </dgm:pt>
    <dgm:pt modelId="{BD4E522E-F819-4BAD-B388-02C6F0156A5F}" type="pres">
      <dgm:prSet presAssocID="{7B0056EC-412A-4C36-8543-7B98C0529599}" presName="thickLine" presStyleLbl="alignNode1" presStyleIdx="21" presStyleCnt="22"/>
      <dgm:spPr/>
    </dgm:pt>
    <dgm:pt modelId="{CA3B4A3E-1113-40B7-8F70-5413BF3FECED}" type="pres">
      <dgm:prSet presAssocID="{7B0056EC-412A-4C36-8543-7B98C0529599}" presName="horz1" presStyleCnt="0"/>
      <dgm:spPr/>
    </dgm:pt>
    <dgm:pt modelId="{12915E1C-82A1-4610-8E04-900925B8F348}" type="pres">
      <dgm:prSet presAssocID="{7B0056EC-412A-4C36-8543-7B98C0529599}" presName="tx1" presStyleLbl="revTx" presStyleIdx="21" presStyleCnt="22"/>
      <dgm:spPr/>
    </dgm:pt>
    <dgm:pt modelId="{1E76D5DF-4399-439C-A177-561CA8DF7602}" type="pres">
      <dgm:prSet presAssocID="{7B0056EC-412A-4C36-8543-7B98C0529599}" presName="vert1" presStyleCnt="0"/>
      <dgm:spPr/>
    </dgm:pt>
  </dgm:ptLst>
  <dgm:cxnLst>
    <dgm:cxn modelId="{1FEBC7D9-09F0-4056-9D20-222C634AE59B}" srcId="{9D717FEA-B94D-4E76-B192-77DF47A6195B}" destId="{393267EB-A2ED-4FB4-97F9-A789664506FD}" srcOrd="19" destOrd="0" parTransId="{8768A64C-B140-4751-A178-89D9BF65F258}" sibTransId="{C8204C92-4416-4688-B220-D823514A3A7A}"/>
    <dgm:cxn modelId="{3F0EEDDA-8C93-47C0-998A-47E922AF95CD}" type="presOf" srcId="{FA545392-819C-4177-9828-6B1FF29D75ED}" destId="{95D72802-2D85-46E5-894E-3457D2D369A7}" srcOrd="0" destOrd="0" presId="urn:microsoft.com/office/officeart/2008/layout/LinedList"/>
    <dgm:cxn modelId="{D7A389F5-B62D-4DC0-82C8-339C651975FE}" srcId="{9D717FEA-B94D-4E76-B192-77DF47A6195B}" destId="{A21682D4-97DB-4E22-AB40-E050FFCA63D1}" srcOrd="20" destOrd="0" parTransId="{AB31A4AD-7B3B-44CE-956B-AC51DC3AE4DE}" sibTransId="{9E39BBAD-D2CF-4F16-9318-4320A26032E4}"/>
    <dgm:cxn modelId="{152D844A-4BB1-46E1-BD22-DF0CF9620FAB}" type="presOf" srcId="{6DC687E1-145B-4169-AFC9-ECCA9B6EBA04}" destId="{FB64CE27-AA90-4887-B467-9709EE979133}" srcOrd="0" destOrd="0" presId="urn:microsoft.com/office/officeart/2008/layout/LinedList"/>
    <dgm:cxn modelId="{4167D8AB-103D-4DB5-B686-14339317B0D2}" type="presOf" srcId="{BF0FB7DB-5927-4ED7-838F-2E18DC7EDEAB}" destId="{36258B7C-8E2F-46DD-86C3-1F29A8317EC7}" srcOrd="0" destOrd="0" presId="urn:microsoft.com/office/officeart/2008/layout/LinedList"/>
    <dgm:cxn modelId="{E5840413-ABC5-47DD-A9DF-31546B230122}" type="presOf" srcId="{7B0056EC-412A-4C36-8543-7B98C0529599}" destId="{12915E1C-82A1-4610-8E04-900925B8F348}" srcOrd="0" destOrd="0" presId="urn:microsoft.com/office/officeart/2008/layout/LinedList"/>
    <dgm:cxn modelId="{F318445C-8CE5-4C9D-8713-928B4A6CE16A}" srcId="{9D717FEA-B94D-4E76-B192-77DF47A6195B}" destId="{9E068E0A-BA33-413C-A17A-175310C7311D}" srcOrd="15" destOrd="0" parTransId="{C634613B-9F42-4769-9A48-C6A4723674F3}" sibTransId="{C4F83FD2-82E2-4F8D-A39C-B6C461D1C50A}"/>
    <dgm:cxn modelId="{FBCD14E1-5C37-41B7-B027-45E69D9C32CA}" srcId="{9D717FEA-B94D-4E76-B192-77DF47A6195B}" destId="{DA6E269B-B41A-42A9-95CA-2FF076787178}" srcOrd="10" destOrd="0" parTransId="{49DC0F09-7D3A-46C6-A6D5-03F5F2722383}" sibTransId="{F3213D3E-1828-4F0A-AAB6-6272E0B63C43}"/>
    <dgm:cxn modelId="{AA0957AE-C19D-41A7-B08A-621600A9D141}" type="presOf" srcId="{D4CD4B0C-C403-4CA6-B79C-AB5E2499030D}" destId="{E3DD777E-46B9-49F6-910C-728C166E647F}" srcOrd="0" destOrd="0" presId="urn:microsoft.com/office/officeart/2008/layout/LinedList"/>
    <dgm:cxn modelId="{2F09707F-FFB4-43E5-8311-C7042DA7E2D1}" srcId="{9D717FEA-B94D-4E76-B192-77DF47A6195B}" destId="{6671F3A7-D66E-438C-9174-D8E7B3CC4D02}" srcOrd="7" destOrd="0" parTransId="{586CB255-A4E3-46BB-8BCB-704ADEFD2DBE}" sibTransId="{5DEB5B39-F037-4F7E-82DD-DFA3FFEC1FF1}"/>
    <dgm:cxn modelId="{1BBB53E1-D88A-47BF-BC89-A45724B19F74}" srcId="{9D717FEA-B94D-4E76-B192-77DF47A6195B}" destId="{9D02E19F-80F0-4A71-A01D-77ED1344455E}" srcOrd="0" destOrd="0" parTransId="{94B4816C-CF80-4A8B-A86F-49E866BA2735}" sibTransId="{B64F1142-E283-41B6-8DC5-CAE5CC647F28}"/>
    <dgm:cxn modelId="{24D0F63A-4693-44E8-924F-4A8485E1F1BA}" type="presOf" srcId="{393267EB-A2ED-4FB4-97F9-A789664506FD}" destId="{4571CBDB-F0B6-4175-8F92-88073A77A51D}" srcOrd="0" destOrd="0" presId="urn:microsoft.com/office/officeart/2008/layout/LinedList"/>
    <dgm:cxn modelId="{CDFD6266-B802-458A-A698-F89BF4E05B76}" srcId="{9D717FEA-B94D-4E76-B192-77DF47A6195B}" destId="{B79C2462-9121-484D-8DD8-90E1B94515DD}" srcOrd="8" destOrd="0" parTransId="{EE16A5AE-F3C4-4C53-A048-2D5550F16803}" sibTransId="{2F28CF25-7CB4-4806-9F0F-66B39B8D8138}"/>
    <dgm:cxn modelId="{417CAB39-61BF-4936-9705-002A7E37E749}" type="presOf" srcId="{9D717FEA-B94D-4E76-B192-77DF47A6195B}" destId="{2290B8A0-4116-464D-8516-FF2610A555DE}" srcOrd="0" destOrd="0" presId="urn:microsoft.com/office/officeart/2008/layout/LinedList"/>
    <dgm:cxn modelId="{52026513-479F-4A2C-969D-E47A2CFCDD45}" type="presOf" srcId="{A21682D4-97DB-4E22-AB40-E050FFCA63D1}" destId="{62D1B211-F4C2-4D7C-A24D-8B2BFABEB109}" srcOrd="0" destOrd="0" presId="urn:microsoft.com/office/officeart/2008/layout/LinedList"/>
    <dgm:cxn modelId="{60CA551B-B073-407D-B533-53105ECD3BE8}" type="presOf" srcId="{DA6E269B-B41A-42A9-95CA-2FF076787178}" destId="{E6FF3C60-56C7-45AA-8C68-A04B98EF052A}" srcOrd="0" destOrd="0" presId="urn:microsoft.com/office/officeart/2008/layout/LinedList"/>
    <dgm:cxn modelId="{08873278-9185-4341-B251-AEB44B97ACC3}" srcId="{9D717FEA-B94D-4E76-B192-77DF47A6195B}" destId="{F62D927A-FBC9-42F6-87DC-291FB00DEAB5}" srcOrd="18" destOrd="0" parTransId="{0BF3C476-3E2C-4C1D-B12C-235333FDD204}" sibTransId="{EF0CF0EB-DB2A-4A8E-A95F-C1FF3D8E27DE}"/>
    <dgm:cxn modelId="{8208CBD7-7DB2-4E04-9EEE-E93043988E0B}" srcId="{9D717FEA-B94D-4E76-B192-77DF47A6195B}" destId="{7D60FD1A-15CB-41BE-9ECB-AB0C4A299E74}" srcOrd="14" destOrd="0" parTransId="{875D5D3A-A154-4277-B304-D222F99BC418}" sibTransId="{AE726AEE-E7B9-4BA5-B079-F795F5E0BFB0}"/>
    <dgm:cxn modelId="{B057D9FD-EFC0-4638-B2FE-523A0758E6B2}" type="presOf" srcId="{DE8B1761-1D2A-4CD2-B1F6-51375BA6162A}" destId="{1A0AC8D9-3695-4C55-9FBD-F6E7A160EA1A}" srcOrd="0" destOrd="0" presId="urn:microsoft.com/office/officeart/2008/layout/LinedList"/>
    <dgm:cxn modelId="{5C0E861B-C1CC-4BFB-ADF9-10246FAFCE97}" type="presOf" srcId="{A250BCB4-8042-4711-82C9-A623C3B74C7E}" destId="{B0796981-8ECA-4ADC-B9C3-D8BF7852563C}" srcOrd="0" destOrd="0" presId="urn:microsoft.com/office/officeart/2008/layout/LinedList"/>
    <dgm:cxn modelId="{BEBBDED5-02EB-457B-800B-128BB44C01B1}" srcId="{9D717FEA-B94D-4E76-B192-77DF47A6195B}" destId="{BF0FB7DB-5927-4ED7-838F-2E18DC7EDEAB}" srcOrd="5" destOrd="0" parTransId="{2E5718AF-31C6-498A-A32D-134665B1C563}" sibTransId="{D8CC9775-5D98-496E-86FA-49B303B8A7D1}"/>
    <dgm:cxn modelId="{185EAB96-D708-4495-A94D-BFEE4EB33929}" srcId="{9D717FEA-B94D-4E76-B192-77DF47A6195B}" destId="{A3AF1B02-092E-473F-A790-5191CCDCD586}" srcOrd="1" destOrd="0" parTransId="{9CD50EE5-36F9-405F-855E-BFBB51355DF8}" sibTransId="{B5CDA8EA-6973-412E-8741-DB232269D7C0}"/>
    <dgm:cxn modelId="{5F3634EA-B853-4F7C-A152-63D3EB11EF7D}" type="presOf" srcId="{6DCBDAC2-8BD0-4245-91F4-50535B13D7CA}" destId="{82ACDAF2-0B59-4241-86F5-4160C6BCF0E9}" srcOrd="0" destOrd="0" presId="urn:microsoft.com/office/officeart/2008/layout/LinedList"/>
    <dgm:cxn modelId="{2C67D29D-A88B-44A6-BBD1-B2E8D0B71D9E}" srcId="{9D717FEA-B94D-4E76-B192-77DF47A6195B}" destId="{FA545392-819C-4177-9828-6B1FF29D75ED}" srcOrd="12" destOrd="0" parTransId="{2F8437D2-5016-4DBA-9499-B79865944A89}" sibTransId="{25852AB7-A3A8-41A5-BAA9-61300FFAD1CC}"/>
    <dgm:cxn modelId="{ADA3FE25-8037-4B53-8A01-DECE8BE56BE7}" srcId="{9D717FEA-B94D-4E76-B192-77DF47A6195B}" destId="{DE8B1761-1D2A-4CD2-B1F6-51375BA6162A}" srcOrd="4" destOrd="0" parTransId="{7A8FF934-1181-4021-8009-A55ACDEF89D8}" sibTransId="{70452318-B0A7-427D-84D2-1C1136A485E0}"/>
    <dgm:cxn modelId="{EE86BC17-FDB7-4646-BE09-76DDAC5DA602}" srcId="{9D717FEA-B94D-4E76-B192-77DF47A6195B}" destId="{6DC687E1-145B-4169-AFC9-ECCA9B6EBA04}" srcOrd="13" destOrd="0" parTransId="{D86D879D-9DAE-4066-BB5B-543EBEC4FD8F}" sibTransId="{E969C78B-84E7-4B91-B5B7-9679A0921D66}"/>
    <dgm:cxn modelId="{B2558BC7-CEC9-4B8E-81B2-178C234B2CE3}" type="presOf" srcId="{F62D927A-FBC9-42F6-87DC-291FB00DEAB5}" destId="{E1334125-77AC-486C-A195-FC59887A1375}" srcOrd="0" destOrd="0" presId="urn:microsoft.com/office/officeart/2008/layout/LinedList"/>
    <dgm:cxn modelId="{1A7F7548-0F11-4316-8078-A44450331E05}" type="presOf" srcId="{1FA2D643-782A-4BC9-B376-30C53FA76337}" destId="{0E8CB562-CA61-49D0-816B-94A31AFBFD0E}" srcOrd="0" destOrd="0" presId="urn:microsoft.com/office/officeart/2008/layout/LinedList"/>
    <dgm:cxn modelId="{94DA6996-7BA5-42A6-AF26-9442BBE00BB6}" type="presOf" srcId="{6671F3A7-D66E-438C-9174-D8E7B3CC4D02}" destId="{3EC2330F-8493-4658-9DC5-E114C2DBCF36}" srcOrd="0" destOrd="0" presId="urn:microsoft.com/office/officeart/2008/layout/LinedList"/>
    <dgm:cxn modelId="{012C88B3-8585-41E8-92A1-06904B43CC4C}" type="presOf" srcId="{9D02E19F-80F0-4A71-A01D-77ED1344455E}" destId="{43BEF689-865E-4F2B-819E-4EBF951A1055}" srcOrd="0" destOrd="0" presId="urn:microsoft.com/office/officeart/2008/layout/LinedList"/>
    <dgm:cxn modelId="{CDA2945A-88EF-4E14-AC51-8406813CE96F}" srcId="{9D717FEA-B94D-4E76-B192-77DF47A6195B}" destId="{D4CD4B0C-C403-4CA6-B79C-AB5E2499030D}" srcOrd="17" destOrd="0" parTransId="{665DBC14-79CC-4440-9DED-F1A9EC3214CD}" sibTransId="{99A10993-EC1D-48A2-A692-D7990DFEE31C}"/>
    <dgm:cxn modelId="{15FBBA87-F8D6-48F4-A980-A8234E628929}" srcId="{9D717FEA-B94D-4E76-B192-77DF47A6195B}" destId="{6DCBDAC2-8BD0-4245-91F4-50535B13D7CA}" srcOrd="11" destOrd="0" parTransId="{9AD9991D-64BC-47FE-8F03-14F634662ACD}" sibTransId="{114E6626-35EE-4E53-A8F9-9C6F7927E3BA}"/>
    <dgm:cxn modelId="{F844E992-A4D5-4A9B-BF6E-1941129F8A3D}" srcId="{9D717FEA-B94D-4E76-B192-77DF47A6195B}" destId="{7B0056EC-412A-4C36-8543-7B98C0529599}" srcOrd="21" destOrd="0" parTransId="{B03C3F59-4359-4EA1-ACE4-D672A375E4EF}" sibTransId="{FBDD9FEA-8959-4E54-81CF-AF4AE31A2782}"/>
    <dgm:cxn modelId="{AF7F12B8-81AD-43CF-B35E-38D5E95C6D96}" type="presOf" srcId="{5D0AC61D-40A5-45E4-ACA2-C30E45E3561F}" destId="{32BDB335-75AC-40D0-BD31-C4911D90E7FF}" srcOrd="0" destOrd="0" presId="urn:microsoft.com/office/officeart/2008/layout/LinedList"/>
    <dgm:cxn modelId="{B5921E2D-1C9B-40F1-8F84-51D121EAA0C5}" srcId="{9D717FEA-B94D-4E76-B192-77DF47A6195B}" destId="{1FA2D643-782A-4BC9-B376-30C53FA76337}" srcOrd="2" destOrd="0" parTransId="{E113105D-F120-4E24-9BBA-FAFD7C833786}" sibTransId="{12A95786-0354-4027-8D88-55FA270B7EB7}"/>
    <dgm:cxn modelId="{8CDA0576-51B2-4C9E-B38B-189BD4535A66}" type="presOf" srcId="{A3AF1B02-092E-473F-A790-5191CCDCD586}" destId="{ABFC7C9B-3F11-4C95-A2BD-01D3A90BE527}" srcOrd="0" destOrd="0" presId="urn:microsoft.com/office/officeart/2008/layout/LinedList"/>
    <dgm:cxn modelId="{FE40DAB3-1101-4C84-82E8-D952D8602CB8}" srcId="{9D717FEA-B94D-4E76-B192-77DF47A6195B}" destId="{A250BCB4-8042-4711-82C9-A623C3B74C7E}" srcOrd="9" destOrd="0" parTransId="{21141581-F399-4E28-B4EE-B98D1592C5B2}" sibTransId="{81EB301D-5C95-4F2D-A531-70DD6EAE7ACE}"/>
    <dgm:cxn modelId="{E5450760-533B-4FFB-A702-AD9ADDBEBD84}" srcId="{9D717FEA-B94D-4E76-B192-77DF47A6195B}" destId="{601A2980-CE59-4468-803F-D513534BA044}" srcOrd="6" destOrd="0" parTransId="{53E2DD41-69B5-4E0B-B019-73AE038A4AE8}" sibTransId="{03982E4C-7E12-4BE4-97D9-E92BB9760383}"/>
    <dgm:cxn modelId="{44DA3F62-0F71-40F2-946B-CB1CAB98C2B6}" srcId="{9D717FEA-B94D-4E76-B192-77DF47A6195B}" destId="{5D0AC61D-40A5-45E4-ACA2-C30E45E3561F}" srcOrd="16" destOrd="0" parTransId="{F99F5772-6F96-4D62-BA9A-835590559331}" sibTransId="{F3CC4566-200A-48EB-965E-6E815B4BEC16}"/>
    <dgm:cxn modelId="{DEB70E03-EE72-4CEF-A8EB-5D31196D9B10}" type="presOf" srcId="{B79C2462-9121-484D-8DD8-90E1B94515DD}" destId="{EAEE4DDE-676C-43F6-A216-E421A88F30CF}" srcOrd="0" destOrd="0" presId="urn:microsoft.com/office/officeart/2008/layout/LinedList"/>
    <dgm:cxn modelId="{63A3DCA7-D186-4BCE-806E-2033FCD525A8}" type="presOf" srcId="{601A2980-CE59-4468-803F-D513534BA044}" destId="{032B5E93-E637-4865-888D-8772E8D73F88}" srcOrd="0" destOrd="0" presId="urn:microsoft.com/office/officeart/2008/layout/LinedList"/>
    <dgm:cxn modelId="{975C88AC-FA5E-4680-9FDD-318D045A9ECB}" type="presOf" srcId="{80AC7BCB-5C18-4F48-B2A3-7C094F149588}" destId="{711D6C54-00CF-4411-9A82-4EF5DABE0D39}" srcOrd="0" destOrd="0" presId="urn:microsoft.com/office/officeart/2008/layout/LinedList"/>
    <dgm:cxn modelId="{F5F6C9B6-D4ED-4BAC-B508-8E667E87E307}" type="presOf" srcId="{7D60FD1A-15CB-41BE-9ECB-AB0C4A299E74}" destId="{851D9190-FF05-4702-9E42-38E84C5FAD70}" srcOrd="0" destOrd="0" presId="urn:microsoft.com/office/officeart/2008/layout/LinedList"/>
    <dgm:cxn modelId="{45054DD5-D7D2-4945-8850-CF00D4FA9109}" srcId="{9D717FEA-B94D-4E76-B192-77DF47A6195B}" destId="{80AC7BCB-5C18-4F48-B2A3-7C094F149588}" srcOrd="3" destOrd="0" parTransId="{06FBCE83-D3E4-4A58-BEC6-F4238F1B5771}" sibTransId="{63305AB3-AEED-4B77-8481-5FB80AF74A07}"/>
    <dgm:cxn modelId="{F473A9F3-3F45-4B3D-BB3B-24EECAF41DD8}" type="presOf" srcId="{9E068E0A-BA33-413C-A17A-175310C7311D}" destId="{8CD9A68E-656A-41B9-8A6F-DE409728C2A7}" srcOrd="0" destOrd="0" presId="urn:microsoft.com/office/officeart/2008/layout/LinedList"/>
    <dgm:cxn modelId="{E4D1B60D-9EAE-41FD-A23A-6593D90F666F}" type="presParOf" srcId="{2290B8A0-4116-464D-8516-FF2610A555DE}" destId="{956B4C4A-BCD4-4412-8A51-E1047C2ACF98}" srcOrd="0" destOrd="0" presId="urn:microsoft.com/office/officeart/2008/layout/LinedList"/>
    <dgm:cxn modelId="{549D6BCB-02CB-4421-9C95-1C65D319B274}" type="presParOf" srcId="{2290B8A0-4116-464D-8516-FF2610A555DE}" destId="{DF00AF23-9140-4EF7-8915-2AAEA5FA258A}" srcOrd="1" destOrd="0" presId="urn:microsoft.com/office/officeart/2008/layout/LinedList"/>
    <dgm:cxn modelId="{A51A8C4E-3FDC-4C8D-A48F-305B26036586}" type="presParOf" srcId="{DF00AF23-9140-4EF7-8915-2AAEA5FA258A}" destId="{43BEF689-865E-4F2B-819E-4EBF951A1055}" srcOrd="0" destOrd="0" presId="urn:microsoft.com/office/officeart/2008/layout/LinedList"/>
    <dgm:cxn modelId="{A33A99DA-6321-4E47-8D62-8BAD8E5D0CEC}" type="presParOf" srcId="{DF00AF23-9140-4EF7-8915-2AAEA5FA258A}" destId="{2293AD47-A17F-44A9-90AD-1C964353751C}" srcOrd="1" destOrd="0" presId="urn:microsoft.com/office/officeart/2008/layout/LinedList"/>
    <dgm:cxn modelId="{BA793C3C-0A68-49FB-91A9-719AB07F2820}" type="presParOf" srcId="{2290B8A0-4116-464D-8516-FF2610A555DE}" destId="{01452962-3729-4BC9-8F79-D6A27E362F62}" srcOrd="2" destOrd="0" presId="urn:microsoft.com/office/officeart/2008/layout/LinedList"/>
    <dgm:cxn modelId="{6A50FB72-E7FD-4541-8F49-315F278208B8}" type="presParOf" srcId="{2290B8A0-4116-464D-8516-FF2610A555DE}" destId="{7CC95F92-9C36-44E9-A44E-FB2B8567CCEC}" srcOrd="3" destOrd="0" presId="urn:microsoft.com/office/officeart/2008/layout/LinedList"/>
    <dgm:cxn modelId="{48F9D116-6CC4-45A8-A535-57E891A3F74D}" type="presParOf" srcId="{7CC95F92-9C36-44E9-A44E-FB2B8567CCEC}" destId="{ABFC7C9B-3F11-4C95-A2BD-01D3A90BE527}" srcOrd="0" destOrd="0" presId="urn:microsoft.com/office/officeart/2008/layout/LinedList"/>
    <dgm:cxn modelId="{F66A920E-3C69-4094-BC08-B4284F2FF478}" type="presParOf" srcId="{7CC95F92-9C36-44E9-A44E-FB2B8567CCEC}" destId="{C7DCDCCC-43D1-4138-B067-5A95AB971CBF}" srcOrd="1" destOrd="0" presId="urn:microsoft.com/office/officeart/2008/layout/LinedList"/>
    <dgm:cxn modelId="{109D354F-069A-4DA7-94C3-E7B902896465}" type="presParOf" srcId="{2290B8A0-4116-464D-8516-FF2610A555DE}" destId="{9B0D28A6-388C-4AB7-BEDF-D0A2F776EC23}" srcOrd="4" destOrd="0" presId="urn:microsoft.com/office/officeart/2008/layout/LinedList"/>
    <dgm:cxn modelId="{F25293DE-B5FD-4DB6-907F-C82A0A9F9D10}" type="presParOf" srcId="{2290B8A0-4116-464D-8516-FF2610A555DE}" destId="{5765D7C1-A36C-46C9-804B-976E64F0AE4B}" srcOrd="5" destOrd="0" presId="urn:microsoft.com/office/officeart/2008/layout/LinedList"/>
    <dgm:cxn modelId="{36C2EA28-1175-4D35-BC0D-705030AF9ED5}" type="presParOf" srcId="{5765D7C1-A36C-46C9-804B-976E64F0AE4B}" destId="{0E8CB562-CA61-49D0-816B-94A31AFBFD0E}" srcOrd="0" destOrd="0" presId="urn:microsoft.com/office/officeart/2008/layout/LinedList"/>
    <dgm:cxn modelId="{58E1D89F-B343-45FA-B20F-E44DAC5FEF66}" type="presParOf" srcId="{5765D7C1-A36C-46C9-804B-976E64F0AE4B}" destId="{D1A463A9-B17B-4B43-8041-887804D29143}" srcOrd="1" destOrd="0" presId="urn:microsoft.com/office/officeart/2008/layout/LinedList"/>
    <dgm:cxn modelId="{F7E88D49-D5E3-48C8-B863-577A4AF2333B}" type="presParOf" srcId="{2290B8A0-4116-464D-8516-FF2610A555DE}" destId="{51FCEAAD-3591-475D-9925-DD947AD045CF}" srcOrd="6" destOrd="0" presId="urn:microsoft.com/office/officeart/2008/layout/LinedList"/>
    <dgm:cxn modelId="{0B694679-4F82-4AAB-AF03-C4E09F88865D}" type="presParOf" srcId="{2290B8A0-4116-464D-8516-FF2610A555DE}" destId="{B287D545-3CFF-43A6-B280-4BE076C2D29B}" srcOrd="7" destOrd="0" presId="urn:microsoft.com/office/officeart/2008/layout/LinedList"/>
    <dgm:cxn modelId="{95BDFA20-25A6-4E0A-9D02-3B799CA660DC}" type="presParOf" srcId="{B287D545-3CFF-43A6-B280-4BE076C2D29B}" destId="{711D6C54-00CF-4411-9A82-4EF5DABE0D39}" srcOrd="0" destOrd="0" presId="urn:microsoft.com/office/officeart/2008/layout/LinedList"/>
    <dgm:cxn modelId="{83B73460-CC5F-4E16-B47F-2D56CB7E9874}" type="presParOf" srcId="{B287D545-3CFF-43A6-B280-4BE076C2D29B}" destId="{569DA1F9-91D6-4B72-B8F8-4566F17D88C0}" srcOrd="1" destOrd="0" presId="urn:microsoft.com/office/officeart/2008/layout/LinedList"/>
    <dgm:cxn modelId="{1E0F9482-6F7F-4361-BD2C-677FC809173A}" type="presParOf" srcId="{2290B8A0-4116-464D-8516-FF2610A555DE}" destId="{AE5DFF30-2BB0-4166-9AA1-802DAC15A459}" srcOrd="8" destOrd="0" presId="urn:microsoft.com/office/officeart/2008/layout/LinedList"/>
    <dgm:cxn modelId="{071B5286-A75C-4B78-A637-38A27C6495DA}" type="presParOf" srcId="{2290B8A0-4116-464D-8516-FF2610A555DE}" destId="{91E834ED-FDAB-4222-B1FA-092509928445}" srcOrd="9" destOrd="0" presId="urn:microsoft.com/office/officeart/2008/layout/LinedList"/>
    <dgm:cxn modelId="{F16C5B45-58F4-478D-9C6B-B43C9A61F9F5}" type="presParOf" srcId="{91E834ED-FDAB-4222-B1FA-092509928445}" destId="{1A0AC8D9-3695-4C55-9FBD-F6E7A160EA1A}" srcOrd="0" destOrd="0" presId="urn:microsoft.com/office/officeart/2008/layout/LinedList"/>
    <dgm:cxn modelId="{9E46DB80-640B-486F-93EF-4FAC3DDD0281}" type="presParOf" srcId="{91E834ED-FDAB-4222-B1FA-092509928445}" destId="{8215BDC9-8D2D-4212-BEE8-23FA4E8AFDA3}" srcOrd="1" destOrd="0" presId="urn:microsoft.com/office/officeart/2008/layout/LinedList"/>
    <dgm:cxn modelId="{E179668A-A2E2-4D7A-9A4A-D074AAAE97FB}" type="presParOf" srcId="{2290B8A0-4116-464D-8516-FF2610A555DE}" destId="{CE49C6B4-5E63-47D6-8401-9CFA05295E16}" srcOrd="10" destOrd="0" presId="urn:microsoft.com/office/officeart/2008/layout/LinedList"/>
    <dgm:cxn modelId="{1F2E07F4-8D9C-4074-97EC-5C1AAA0D081F}" type="presParOf" srcId="{2290B8A0-4116-464D-8516-FF2610A555DE}" destId="{395DF4E9-2451-495D-B56E-F8ADF07CF3A7}" srcOrd="11" destOrd="0" presId="urn:microsoft.com/office/officeart/2008/layout/LinedList"/>
    <dgm:cxn modelId="{141C4021-86B6-47DC-8E06-83EF41749020}" type="presParOf" srcId="{395DF4E9-2451-495D-B56E-F8ADF07CF3A7}" destId="{36258B7C-8E2F-46DD-86C3-1F29A8317EC7}" srcOrd="0" destOrd="0" presId="urn:microsoft.com/office/officeart/2008/layout/LinedList"/>
    <dgm:cxn modelId="{1BBDC28E-EA42-4B67-90D0-5854470F353A}" type="presParOf" srcId="{395DF4E9-2451-495D-B56E-F8ADF07CF3A7}" destId="{26B5903C-908A-4CDB-8FAF-2BE77851D888}" srcOrd="1" destOrd="0" presId="urn:microsoft.com/office/officeart/2008/layout/LinedList"/>
    <dgm:cxn modelId="{9D92114A-4DC1-4F71-8AB3-E8C530DD397A}" type="presParOf" srcId="{2290B8A0-4116-464D-8516-FF2610A555DE}" destId="{907A60A3-9A2B-4E57-8E6E-9712E668DB75}" srcOrd="12" destOrd="0" presId="urn:microsoft.com/office/officeart/2008/layout/LinedList"/>
    <dgm:cxn modelId="{577C5875-C728-4D02-BBBB-0AC6496DAEC9}" type="presParOf" srcId="{2290B8A0-4116-464D-8516-FF2610A555DE}" destId="{41C1B364-0989-4994-8823-09583A6E1232}" srcOrd="13" destOrd="0" presId="urn:microsoft.com/office/officeart/2008/layout/LinedList"/>
    <dgm:cxn modelId="{1E21712D-97C9-4D98-9DFB-1112B2A3BEB2}" type="presParOf" srcId="{41C1B364-0989-4994-8823-09583A6E1232}" destId="{032B5E93-E637-4865-888D-8772E8D73F88}" srcOrd="0" destOrd="0" presId="urn:microsoft.com/office/officeart/2008/layout/LinedList"/>
    <dgm:cxn modelId="{29DC28B2-91A9-4A97-BA3B-A0CFCEF5CBFF}" type="presParOf" srcId="{41C1B364-0989-4994-8823-09583A6E1232}" destId="{6958F0AD-55B7-4D40-99BD-6ADD0D097396}" srcOrd="1" destOrd="0" presId="urn:microsoft.com/office/officeart/2008/layout/LinedList"/>
    <dgm:cxn modelId="{AD024592-6F02-499E-84A2-0DD4E673FC19}" type="presParOf" srcId="{2290B8A0-4116-464D-8516-FF2610A555DE}" destId="{C1D2902F-3C0A-465C-8643-E38D20486DD5}" srcOrd="14" destOrd="0" presId="urn:microsoft.com/office/officeart/2008/layout/LinedList"/>
    <dgm:cxn modelId="{F44861BE-5592-4F87-AA0E-6A87A7A6A079}" type="presParOf" srcId="{2290B8A0-4116-464D-8516-FF2610A555DE}" destId="{5FE1FBC2-C89F-4A58-A62A-E763E3FCE24F}" srcOrd="15" destOrd="0" presId="urn:microsoft.com/office/officeart/2008/layout/LinedList"/>
    <dgm:cxn modelId="{F552E896-9B3A-4556-A579-010213C88F78}" type="presParOf" srcId="{5FE1FBC2-C89F-4A58-A62A-E763E3FCE24F}" destId="{3EC2330F-8493-4658-9DC5-E114C2DBCF36}" srcOrd="0" destOrd="0" presId="urn:microsoft.com/office/officeart/2008/layout/LinedList"/>
    <dgm:cxn modelId="{0740B1C6-8749-4290-AA67-777CFCE14DFE}" type="presParOf" srcId="{5FE1FBC2-C89F-4A58-A62A-E763E3FCE24F}" destId="{B66D278A-C193-4AB9-94C8-27104AC5118F}" srcOrd="1" destOrd="0" presId="urn:microsoft.com/office/officeart/2008/layout/LinedList"/>
    <dgm:cxn modelId="{5F8F65A6-D66E-4B1B-B530-B42EFA3D56DD}" type="presParOf" srcId="{2290B8A0-4116-464D-8516-FF2610A555DE}" destId="{BA013A71-1DFA-4787-8D4B-601E2692E2F4}" srcOrd="16" destOrd="0" presId="urn:microsoft.com/office/officeart/2008/layout/LinedList"/>
    <dgm:cxn modelId="{0496F7E8-9176-4089-A729-F5C7A9E5EFEF}" type="presParOf" srcId="{2290B8A0-4116-464D-8516-FF2610A555DE}" destId="{5E457929-9B35-4C21-85BD-B4CAAC479E6C}" srcOrd="17" destOrd="0" presId="urn:microsoft.com/office/officeart/2008/layout/LinedList"/>
    <dgm:cxn modelId="{D6E653B3-26DC-4611-B497-B810AEB2F21D}" type="presParOf" srcId="{5E457929-9B35-4C21-85BD-B4CAAC479E6C}" destId="{EAEE4DDE-676C-43F6-A216-E421A88F30CF}" srcOrd="0" destOrd="0" presId="urn:microsoft.com/office/officeart/2008/layout/LinedList"/>
    <dgm:cxn modelId="{F21EDB11-6AD8-4704-BB30-007A9DA2B4A9}" type="presParOf" srcId="{5E457929-9B35-4C21-85BD-B4CAAC479E6C}" destId="{29353A34-5151-40C9-BD92-C51611488E13}" srcOrd="1" destOrd="0" presId="urn:microsoft.com/office/officeart/2008/layout/LinedList"/>
    <dgm:cxn modelId="{C292FDE1-DDA6-4DB8-BF7E-82485E9589BC}" type="presParOf" srcId="{2290B8A0-4116-464D-8516-FF2610A555DE}" destId="{B85AB092-59C3-4CF6-8260-873BDEE9FD46}" srcOrd="18" destOrd="0" presId="urn:microsoft.com/office/officeart/2008/layout/LinedList"/>
    <dgm:cxn modelId="{DB8E445A-AF8F-44A5-8A02-A6BD62467781}" type="presParOf" srcId="{2290B8A0-4116-464D-8516-FF2610A555DE}" destId="{B23F1226-40EC-427A-A150-AB1F288EFC20}" srcOrd="19" destOrd="0" presId="urn:microsoft.com/office/officeart/2008/layout/LinedList"/>
    <dgm:cxn modelId="{98E51E23-8EFE-4B54-B978-003E561E9197}" type="presParOf" srcId="{B23F1226-40EC-427A-A150-AB1F288EFC20}" destId="{B0796981-8ECA-4ADC-B9C3-D8BF7852563C}" srcOrd="0" destOrd="0" presId="urn:microsoft.com/office/officeart/2008/layout/LinedList"/>
    <dgm:cxn modelId="{123D8E87-EB03-488C-801B-0F29D86E4FAF}" type="presParOf" srcId="{B23F1226-40EC-427A-A150-AB1F288EFC20}" destId="{5831A4F3-8C05-4288-A3AE-C1717C8C1F2B}" srcOrd="1" destOrd="0" presId="urn:microsoft.com/office/officeart/2008/layout/LinedList"/>
    <dgm:cxn modelId="{09675578-B7C0-4039-8846-9B01A38E019E}" type="presParOf" srcId="{2290B8A0-4116-464D-8516-FF2610A555DE}" destId="{A58A7C7E-CBD0-4F38-A142-3C8E016F8DCA}" srcOrd="20" destOrd="0" presId="urn:microsoft.com/office/officeart/2008/layout/LinedList"/>
    <dgm:cxn modelId="{DECF735F-DC30-40F0-9F5F-FAD5A3BAF7CF}" type="presParOf" srcId="{2290B8A0-4116-464D-8516-FF2610A555DE}" destId="{03C65FBC-020C-4BA3-B721-DE5C7F62327A}" srcOrd="21" destOrd="0" presId="urn:microsoft.com/office/officeart/2008/layout/LinedList"/>
    <dgm:cxn modelId="{87DA337C-B3EF-4181-9516-796C8F967EFD}" type="presParOf" srcId="{03C65FBC-020C-4BA3-B721-DE5C7F62327A}" destId="{E6FF3C60-56C7-45AA-8C68-A04B98EF052A}" srcOrd="0" destOrd="0" presId="urn:microsoft.com/office/officeart/2008/layout/LinedList"/>
    <dgm:cxn modelId="{8A03D6D3-7E43-459B-8981-7525DC4A7C61}" type="presParOf" srcId="{03C65FBC-020C-4BA3-B721-DE5C7F62327A}" destId="{3E05722F-1495-4B1F-8ADF-9D854482699C}" srcOrd="1" destOrd="0" presId="urn:microsoft.com/office/officeart/2008/layout/LinedList"/>
    <dgm:cxn modelId="{E0497DF6-6B80-44AF-8138-417454B76BD4}" type="presParOf" srcId="{2290B8A0-4116-464D-8516-FF2610A555DE}" destId="{2F701E9A-1D30-4E2B-914B-73FC09EFF29F}" srcOrd="22" destOrd="0" presId="urn:microsoft.com/office/officeart/2008/layout/LinedList"/>
    <dgm:cxn modelId="{F2182AF4-F267-4877-A704-EE751A262923}" type="presParOf" srcId="{2290B8A0-4116-464D-8516-FF2610A555DE}" destId="{C67D6DCD-D14A-4DBC-A588-79B49F04A13D}" srcOrd="23" destOrd="0" presId="urn:microsoft.com/office/officeart/2008/layout/LinedList"/>
    <dgm:cxn modelId="{BFF15589-1CA6-4B7E-A986-F4022653035B}" type="presParOf" srcId="{C67D6DCD-D14A-4DBC-A588-79B49F04A13D}" destId="{82ACDAF2-0B59-4241-86F5-4160C6BCF0E9}" srcOrd="0" destOrd="0" presId="urn:microsoft.com/office/officeart/2008/layout/LinedList"/>
    <dgm:cxn modelId="{E74E0C02-E2A4-4B6C-AF80-2D19E961668C}" type="presParOf" srcId="{C67D6DCD-D14A-4DBC-A588-79B49F04A13D}" destId="{E7FA2959-B751-46F7-A080-6B3203D5B7D2}" srcOrd="1" destOrd="0" presId="urn:microsoft.com/office/officeart/2008/layout/LinedList"/>
    <dgm:cxn modelId="{7CB82DAF-EAC7-490E-A68B-71F63118E65D}" type="presParOf" srcId="{2290B8A0-4116-464D-8516-FF2610A555DE}" destId="{A93CE643-3FC6-4EA6-A289-9F449A31A1E7}" srcOrd="24" destOrd="0" presId="urn:microsoft.com/office/officeart/2008/layout/LinedList"/>
    <dgm:cxn modelId="{F3319590-EB0C-4E09-8D6F-978C0F4EEC4E}" type="presParOf" srcId="{2290B8A0-4116-464D-8516-FF2610A555DE}" destId="{0E400993-4E27-4A57-B985-6BB3D86AC676}" srcOrd="25" destOrd="0" presId="urn:microsoft.com/office/officeart/2008/layout/LinedList"/>
    <dgm:cxn modelId="{676C141C-9D1B-4D36-8C3A-0B683EE4D9FC}" type="presParOf" srcId="{0E400993-4E27-4A57-B985-6BB3D86AC676}" destId="{95D72802-2D85-46E5-894E-3457D2D369A7}" srcOrd="0" destOrd="0" presId="urn:microsoft.com/office/officeart/2008/layout/LinedList"/>
    <dgm:cxn modelId="{7C3820C2-F5D9-4724-BA0F-F383C47F2677}" type="presParOf" srcId="{0E400993-4E27-4A57-B985-6BB3D86AC676}" destId="{2043B1BB-1AF5-4DBA-A97F-202CE1774F7E}" srcOrd="1" destOrd="0" presId="urn:microsoft.com/office/officeart/2008/layout/LinedList"/>
    <dgm:cxn modelId="{12FF12F7-3977-4772-83E6-726FE9F8E179}" type="presParOf" srcId="{2290B8A0-4116-464D-8516-FF2610A555DE}" destId="{65819303-2DF2-4BD2-8126-538E40A0A4BA}" srcOrd="26" destOrd="0" presId="urn:microsoft.com/office/officeart/2008/layout/LinedList"/>
    <dgm:cxn modelId="{2D9EA1F0-EA51-497D-B090-9123F6B9F257}" type="presParOf" srcId="{2290B8A0-4116-464D-8516-FF2610A555DE}" destId="{CB7CC78C-6C6B-4491-BFCF-31774A1EC061}" srcOrd="27" destOrd="0" presId="urn:microsoft.com/office/officeart/2008/layout/LinedList"/>
    <dgm:cxn modelId="{AB56A530-C7D6-4E8C-96E4-2161BD570E0C}" type="presParOf" srcId="{CB7CC78C-6C6B-4491-BFCF-31774A1EC061}" destId="{FB64CE27-AA90-4887-B467-9709EE979133}" srcOrd="0" destOrd="0" presId="urn:microsoft.com/office/officeart/2008/layout/LinedList"/>
    <dgm:cxn modelId="{33196C1C-E4F3-4BEB-BEDF-CBAFADD4F743}" type="presParOf" srcId="{CB7CC78C-6C6B-4491-BFCF-31774A1EC061}" destId="{A0E95127-DA0C-4000-AA2B-E2D4C970F9EC}" srcOrd="1" destOrd="0" presId="urn:microsoft.com/office/officeart/2008/layout/LinedList"/>
    <dgm:cxn modelId="{10E7226D-FC6B-4E44-B1F2-DA2675C4DF1E}" type="presParOf" srcId="{2290B8A0-4116-464D-8516-FF2610A555DE}" destId="{DECE4E90-718F-48E3-8811-3CF742640A0C}" srcOrd="28" destOrd="0" presId="urn:microsoft.com/office/officeart/2008/layout/LinedList"/>
    <dgm:cxn modelId="{3BE126CF-18CC-4DE3-8B55-C846F444144B}" type="presParOf" srcId="{2290B8A0-4116-464D-8516-FF2610A555DE}" destId="{9B9CBB6A-617D-47D4-A9E7-9422072A6D45}" srcOrd="29" destOrd="0" presId="urn:microsoft.com/office/officeart/2008/layout/LinedList"/>
    <dgm:cxn modelId="{CD137D04-6670-4886-8474-6E5B4FC02639}" type="presParOf" srcId="{9B9CBB6A-617D-47D4-A9E7-9422072A6D45}" destId="{851D9190-FF05-4702-9E42-38E84C5FAD70}" srcOrd="0" destOrd="0" presId="urn:microsoft.com/office/officeart/2008/layout/LinedList"/>
    <dgm:cxn modelId="{E672C23A-E624-43A9-8EA1-4138C4720F13}" type="presParOf" srcId="{9B9CBB6A-617D-47D4-A9E7-9422072A6D45}" destId="{922A4429-0579-4037-AB86-E419D18A11EE}" srcOrd="1" destOrd="0" presId="urn:microsoft.com/office/officeart/2008/layout/LinedList"/>
    <dgm:cxn modelId="{C3001E39-04B8-46F3-8F4B-AD498E6F6AD8}" type="presParOf" srcId="{2290B8A0-4116-464D-8516-FF2610A555DE}" destId="{8521D58B-D135-46FD-8A9A-67202EB55409}" srcOrd="30" destOrd="0" presId="urn:microsoft.com/office/officeart/2008/layout/LinedList"/>
    <dgm:cxn modelId="{E39791BD-8F37-42D7-81AE-F6C16631A9B9}" type="presParOf" srcId="{2290B8A0-4116-464D-8516-FF2610A555DE}" destId="{12964B14-1507-4DA8-A55A-A370B8E77EE9}" srcOrd="31" destOrd="0" presId="urn:microsoft.com/office/officeart/2008/layout/LinedList"/>
    <dgm:cxn modelId="{42D2518D-CF9F-4693-9560-2961F838FF45}" type="presParOf" srcId="{12964B14-1507-4DA8-A55A-A370B8E77EE9}" destId="{8CD9A68E-656A-41B9-8A6F-DE409728C2A7}" srcOrd="0" destOrd="0" presId="urn:microsoft.com/office/officeart/2008/layout/LinedList"/>
    <dgm:cxn modelId="{B1DB07A0-6A79-430C-9064-D8224139B65B}" type="presParOf" srcId="{12964B14-1507-4DA8-A55A-A370B8E77EE9}" destId="{814FDC9D-626D-4EC8-A13D-ABFA4F083C30}" srcOrd="1" destOrd="0" presId="urn:microsoft.com/office/officeart/2008/layout/LinedList"/>
    <dgm:cxn modelId="{BF4929E0-261B-4001-884A-2E63DACC7D86}" type="presParOf" srcId="{2290B8A0-4116-464D-8516-FF2610A555DE}" destId="{E3354E25-74BA-42F6-82EE-F8E578E13F88}" srcOrd="32" destOrd="0" presId="urn:microsoft.com/office/officeart/2008/layout/LinedList"/>
    <dgm:cxn modelId="{3E990965-4F7D-44C9-AC32-9AEE39081683}" type="presParOf" srcId="{2290B8A0-4116-464D-8516-FF2610A555DE}" destId="{65329BE7-DBD9-40D2-9133-FBA5C757B922}" srcOrd="33" destOrd="0" presId="urn:microsoft.com/office/officeart/2008/layout/LinedList"/>
    <dgm:cxn modelId="{673D07F3-223B-4D7F-878D-A4D77168C4B5}" type="presParOf" srcId="{65329BE7-DBD9-40D2-9133-FBA5C757B922}" destId="{32BDB335-75AC-40D0-BD31-C4911D90E7FF}" srcOrd="0" destOrd="0" presId="urn:microsoft.com/office/officeart/2008/layout/LinedList"/>
    <dgm:cxn modelId="{4FF30C19-4473-4CC3-91F0-E034A46CBE5C}" type="presParOf" srcId="{65329BE7-DBD9-40D2-9133-FBA5C757B922}" destId="{28F313F4-82F3-46F3-98C6-4502B5AF6CA8}" srcOrd="1" destOrd="0" presId="urn:microsoft.com/office/officeart/2008/layout/LinedList"/>
    <dgm:cxn modelId="{A8D83896-A9EA-4892-893E-3120C59C5D63}" type="presParOf" srcId="{2290B8A0-4116-464D-8516-FF2610A555DE}" destId="{69B3E50C-5AB6-4C21-BFAE-EE8A9991B5C6}" srcOrd="34" destOrd="0" presId="urn:microsoft.com/office/officeart/2008/layout/LinedList"/>
    <dgm:cxn modelId="{E0FD0E1F-4CC9-4297-A0AE-E9BDD3E0FD9B}" type="presParOf" srcId="{2290B8A0-4116-464D-8516-FF2610A555DE}" destId="{716D8C12-04DD-49CD-B056-E1670158258B}" srcOrd="35" destOrd="0" presId="urn:microsoft.com/office/officeart/2008/layout/LinedList"/>
    <dgm:cxn modelId="{AED983BC-5570-45B7-AB77-308EECB61518}" type="presParOf" srcId="{716D8C12-04DD-49CD-B056-E1670158258B}" destId="{E3DD777E-46B9-49F6-910C-728C166E647F}" srcOrd="0" destOrd="0" presId="urn:microsoft.com/office/officeart/2008/layout/LinedList"/>
    <dgm:cxn modelId="{7B6AD0CA-F891-49BD-8702-7EAF4995315E}" type="presParOf" srcId="{716D8C12-04DD-49CD-B056-E1670158258B}" destId="{F4EF872A-1321-4826-97FE-6682950A317C}" srcOrd="1" destOrd="0" presId="urn:microsoft.com/office/officeart/2008/layout/LinedList"/>
    <dgm:cxn modelId="{DBCCFD9B-D042-4C1D-88F6-E8E194AEF89B}" type="presParOf" srcId="{2290B8A0-4116-464D-8516-FF2610A555DE}" destId="{3E6C5C40-9057-4AA3-A571-1A10042E0B71}" srcOrd="36" destOrd="0" presId="urn:microsoft.com/office/officeart/2008/layout/LinedList"/>
    <dgm:cxn modelId="{A24E6252-97E5-4303-B829-33CEAF08FF86}" type="presParOf" srcId="{2290B8A0-4116-464D-8516-FF2610A555DE}" destId="{546D0CD3-FC24-4F29-B914-54081E27540C}" srcOrd="37" destOrd="0" presId="urn:microsoft.com/office/officeart/2008/layout/LinedList"/>
    <dgm:cxn modelId="{4E6989DD-FFAE-4826-8DEC-AF7069E4E33F}" type="presParOf" srcId="{546D0CD3-FC24-4F29-B914-54081E27540C}" destId="{E1334125-77AC-486C-A195-FC59887A1375}" srcOrd="0" destOrd="0" presId="urn:microsoft.com/office/officeart/2008/layout/LinedList"/>
    <dgm:cxn modelId="{F8946142-B523-4815-8415-3D19D9D8042A}" type="presParOf" srcId="{546D0CD3-FC24-4F29-B914-54081E27540C}" destId="{CD31A4D5-E1F8-4AF9-8979-5A6ADDABAD8D}" srcOrd="1" destOrd="0" presId="urn:microsoft.com/office/officeart/2008/layout/LinedList"/>
    <dgm:cxn modelId="{2DA2E25E-CABE-4139-B611-B51F1BC60AD1}" type="presParOf" srcId="{2290B8A0-4116-464D-8516-FF2610A555DE}" destId="{0317074F-513D-4256-9AB0-6B37BAAB7992}" srcOrd="38" destOrd="0" presId="urn:microsoft.com/office/officeart/2008/layout/LinedList"/>
    <dgm:cxn modelId="{A064DF39-9DD4-4403-88CF-36E5F3263AD1}" type="presParOf" srcId="{2290B8A0-4116-464D-8516-FF2610A555DE}" destId="{7800FA5E-53F7-4DCF-A21E-6EE927A06BEF}" srcOrd="39" destOrd="0" presId="urn:microsoft.com/office/officeart/2008/layout/LinedList"/>
    <dgm:cxn modelId="{FDF70626-A783-415C-9432-646DB5557DC6}" type="presParOf" srcId="{7800FA5E-53F7-4DCF-A21E-6EE927A06BEF}" destId="{4571CBDB-F0B6-4175-8F92-88073A77A51D}" srcOrd="0" destOrd="0" presId="urn:microsoft.com/office/officeart/2008/layout/LinedList"/>
    <dgm:cxn modelId="{3EAE0C49-FF28-4A5C-B307-58582745F066}" type="presParOf" srcId="{7800FA5E-53F7-4DCF-A21E-6EE927A06BEF}" destId="{39248D09-E727-4603-A1BC-4D2AF39CD5BB}" srcOrd="1" destOrd="0" presId="urn:microsoft.com/office/officeart/2008/layout/LinedList"/>
    <dgm:cxn modelId="{E41745C3-BA3F-4618-B5E0-8AC387B581CD}" type="presParOf" srcId="{2290B8A0-4116-464D-8516-FF2610A555DE}" destId="{78AE09BF-A0E1-4D9D-BCB9-122B4D8A49C5}" srcOrd="40" destOrd="0" presId="urn:microsoft.com/office/officeart/2008/layout/LinedList"/>
    <dgm:cxn modelId="{FEBF096D-BA01-4EC2-9EFA-347CFDD79A72}" type="presParOf" srcId="{2290B8A0-4116-464D-8516-FF2610A555DE}" destId="{B6429A8F-CB85-43FF-A728-2BA392CB7834}" srcOrd="41" destOrd="0" presId="urn:microsoft.com/office/officeart/2008/layout/LinedList"/>
    <dgm:cxn modelId="{147690F4-1601-4859-84CE-10BDCE30AA8D}" type="presParOf" srcId="{B6429A8F-CB85-43FF-A728-2BA392CB7834}" destId="{62D1B211-F4C2-4D7C-A24D-8B2BFABEB109}" srcOrd="0" destOrd="0" presId="urn:microsoft.com/office/officeart/2008/layout/LinedList"/>
    <dgm:cxn modelId="{4705B266-D959-41C8-84CE-6E6B47F22BB1}" type="presParOf" srcId="{B6429A8F-CB85-43FF-A728-2BA392CB7834}" destId="{1D5C05F9-417E-4B5F-8382-010043BBCA9E}" srcOrd="1" destOrd="0" presId="urn:microsoft.com/office/officeart/2008/layout/LinedList"/>
    <dgm:cxn modelId="{6E5DD28D-F3EE-4DF6-9D7E-7365FC3FBACD}" type="presParOf" srcId="{2290B8A0-4116-464D-8516-FF2610A555DE}" destId="{BD4E522E-F819-4BAD-B388-02C6F0156A5F}" srcOrd="42" destOrd="0" presId="urn:microsoft.com/office/officeart/2008/layout/LinedList"/>
    <dgm:cxn modelId="{F6544D13-E1AE-4A56-9DF1-EEBFE7BD9004}" type="presParOf" srcId="{2290B8A0-4116-464D-8516-FF2610A555DE}" destId="{CA3B4A3E-1113-40B7-8F70-5413BF3FECED}" srcOrd="43" destOrd="0" presId="urn:microsoft.com/office/officeart/2008/layout/LinedList"/>
    <dgm:cxn modelId="{AB2A96AE-B124-4269-87C3-8D76175D73B7}" type="presParOf" srcId="{CA3B4A3E-1113-40B7-8F70-5413BF3FECED}" destId="{12915E1C-82A1-4610-8E04-900925B8F348}" srcOrd="0" destOrd="0" presId="urn:microsoft.com/office/officeart/2008/layout/LinedList"/>
    <dgm:cxn modelId="{699B08D8-D02C-4BCA-96E4-9F6EAC2CB8FD}" type="presParOf" srcId="{CA3B4A3E-1113-40B7-8F70-5413BF3FECED}" destId="{1E76D5DF-4399-439C-A177-561CA8DF760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546F29-D7CE-4D7C-9E9F-8D6E2DAA187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C8B37E5-CA9E-4299-8A8A-F46B3A4CEB69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Dataset Collection:</a:t>
          </a:r>
          <a:br>
            <a:rPr lang="en-US" sz="1400" b="1" smtClean="0">
              <a:latin typeface="Times New Roman" pitchFamily="18" charset="0"/>
              <a:cs typeface="Times New Roman" pitchFamily="18" charset="0"/>
            </a:rPr>
          </a:br>
          <a:r>
            <a:rPr lang="en-US" sz="1400" b="1" smtClean="0">
              <a:latin typeface="Times New Roman" pitchFamily="18" charset="0"/>
              <a:cs typeface="Times New Roman" pitchFamily="18" charset="0"/>
            </a:rPr>
            <a:t>Gathered lab report images containing patient and test information.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B4DC03EB-7508-4836-8A1F-84574848B9A6}" type="parTrans" cxnId="{73687746-A756-4021-93A2-831E431D986E}">
      <dgm:prSet/>
      <dgm:spPr/>
      <dgm:t>
        <a:bodyPr/>
        <a:lstStyle/>
        <a:p>
          <a:endParaRPr lang="en-US"/>
        </a:p>
      </dgm:t>
    </dgm:pt>
    <dgm:pt modelId="{D2D3C538-F9E3-4BDA-8226-50A4291FC735}" type="sibTrans" cxnId="{73687746-A756-4021-93A2-831E431D986E}">
      <dgm:prSet/>
      <dgm:spPr/>
      <dgm:t>
        <a:bodyPr/>
        <a:lstStyle/>
        <a:p>
          <a:endParaRPr lang="en-US"/>
        </a:p>
      </dgm:t>
    </dgm:pt>
    <dgm:pt modelId="{D53AF592-E147-479E-9550-DCE3437439CE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Annotation Process:</a:t>
          </a:r>
          <a:br>
            <a:rPr lang="en-US" sz="1400" b="1" smtClean="0">
              <a:latin typeface="Times New Roman" pitchFamily="18" charset="0"/>
              <a:cs typeface="Times New Roman" pitchFamily="18" charset="0"/>
            </a:rPr>
          </a:br>
          <a:r>
            <a:rPr lang="en-US" sz="1400" b="1" smtClean="0">
              <a:latin typeface="Times New Roman" pitchFamily="18" charset="0"/>
              <a:cs typeface="Times New Roman" pitchFamily="18" charset="0"/>
            </a:rPr>
            <a:t>Used </a:t>
          </a:r>
          <a:r>
            <a:rPr lang="en-US" sz="1400" b="1" i="1" smtClean="0">
              <a:latin typeface="Times New Roman" pitchFamily="18" charset="0"/>
              <a:cs typeface="Times New Roman" pitchFamily="18" charset="0"/>
            </a:rPr>
            <a:t>LabelImg</a:t>
          </a:r>
          <a:r>
            <a:rPr lang="en-US" sz="1400" b="1" smtClean="0">
              <a:latin typeface="Times New Roman" pitchFamily="18" charset="0"/>
              <a:cs typeface="Times New Roman" pitchFamily="18" charset="0"/>
            </a:rPr>
            <a:t> to annotate key fields such as: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F88026D2-E097-4B52-B23B-90799B58B61C}" type="parTrans" cxnId="{B4EF3AAC-E1B1-4B1D-918F-55BB2131C7E8}">
      <dgm:prSet/>
      <dgm:spPr/>
      <dgm:t>
        <a:bodyPr/>
        <a:lstStyle/>
        <a:p>
          <a:endParaRPr lang="en-US"/>
        </a:p>
      </dgm:t>
    </dgm:pt>
    <dgm:pt modelId="{61D650A9-ACE1-4D48-986E-3ECA9AF5AD44}" type="sibTrans" cxnId="{B4EF3AAC-E1B1-4B1D-918F-55BB2131C7E8}">
      <dgm:prSet/>
      <dgm:spPr/>
      <dgm:t>
        <a:bodyPr/>
        <a:lstStyle/>
        <a:p>
          <a:endParaRPr lang="en-US"/>
        </a:p>
      </dgm:t>
    </dgm:pt>
    <dgm:pt modelId="{4AB6183C-AF63-4F95-A9B9-90D9BB72D71D}">
      <dgm:prSet custT="1"/>
      <dgm:spPr/>
      <dgm:t>
        <a:bodyPr/>
        <a:lstStyle/>
        <a:p>
          <a:pPr rtl="0"/>
          <a:r>
            <a:rPr lang="en-US" sz="1400" b="1" dirty="0" smtClean="0">
              <a:latin typeface="Times New Roman" pitchFamily="18" charset="0"/>
              <a:cs typeface="Times New Roman" pitchFamily="18" charset="0"/>
            </a:rPr>
            <a:t>Patient Name</a:t>
          </a:r>
          <a:endParaRPr lang="en-US" sz="1400" b="1" dirty="0">
            <a:latin typeface="Times New Roman" pitchFamily="18" charset="0"/>
            <a:cs typeface="Times New Roman" pitchFamily="18" charset="0"/>
          </a:endParaRPr>
        </a:p>
      </dgm:t>
    </dgm:pt>
    <dgm:pt modelId="{EF105B1C-8D03-43E6-8F1D-D593C9E113B5}" type="parTrans" cxnId="{DE637320-43BD-4680-8EF1-6059DC6BE267}">
      <dgm:prSet/>
      <dgm:spPr/>
      <dgm:t>
        <a:bodyPr/>
        <a:lstStyle/>
        <a:p>
          <a:endParaRPr lang="en-US"/>
        </a:p>
      </dgm:t>
    </dgm:pt>
    <dgm:pt modelId="{ACED87FB-F453-430E-9E24-EEC24C548421}" type="sibTrans" cxnId="{DE637320-43BD-4680-8EF1-6059DC6BE267}">
      <dgm:prSet/>
      <dgm:spPr/>
      <dgm:t>
        <a:bodyPr/>
        <a:lstStyle/>
        <a:p>
          <a:endParaRPr lang="en-US"/>
        </a:p>
      </dgm:t>
    </dgm:pt>
    <dgm:pt modelId="{68347F75-9458-4D03-A733-BD551179F237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Age/Sex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E6593EB6-6A2B-4EEF-B8AC-B754D8D3BA80}" type="parTrans" cxnId="{5BBA6049-4418-4F35-85CC-89837377C994}">
      <dgm:prSet/>
      <dgm:spPr/>
      <dgm:t>
        <a:bodyPr/>
        <a:lstStyle/>
        <a:p>
          <a:endParaRPr lang="en-US"/>
        </a:p>
      </dgm:t>
    </dgm:pt>
    <dgm:pt modelId="{7ADED7A4-BF21-403D-95D1-33AF86C005D4}" type="sibTrans" cxnId="{5BBA6049-4418-4F35-85CC-89837377C994}">
      <dgm:prSet/>
      <dgm:spPr/>
      <dgm:t>
        <a:bodyPr/>
        <a:lstStyle/>
        <a:p>
          <a:endParaRPr lang="en-US"/>
        </a:p>
      </dgm:t>
    </dgm:pt>
    <dgm:pt modelId="{D1D2C7E9-490C-4654-99C9-66796693FDBA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Sample ID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A5A917DD-D6B7-412E-840C-04DE780D8E51}" type="parTrans" cxnId="{5431C1A3-B656-4560-BA80-3AD0F5390623}">
      <dgm:prSet/>
      <dgm:spPr/>
      <dgm:t>
        <a:bodyPr/>
        <a:lstStyle/>
        <a:p>
          <a:endParaRPr lang="en-US"/>
        </a:p>
      </dgm:t>
    </dgm:pt>
    <dgm:pt modelId="{10083D87-B315-4D11-8283-80E536E04B5C}" type="sibTrans" cxnId="{5431C1A3-B656-4560-BA80-3AD0F5390623}">
      <dgm:prSet/>
      <dgm:spPr/>
      <dgm:t>
        <a:bodyPr/>
        <a:lstStyle/>
        <a:p>
          <a:endParaRPr lang="en-US"/>
        </a:p>
      </dgm:t>
    </dgm:pt>
    <dgm:pt modelId="{25C196D4-5B90-43FB-8D87-4D3503AEB7E7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Test Name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FC5650EB-792E-448B-B891-ACF267861E7B}" type="parTrans" cxnId="{B42BF013-19B9-4D4F-9CCD-F452EBEC264D}">
      <dgm:prSet/>
      <dgm:spPr/>
      <dgm:t>
        <a:bodyPr/>
        <a:lstStyle/>
        <a:p>
          <a:endParaRPr lang="en-US"/>
        </a:p>
      </dgm:t>
    </dgm:pt>
    <dgm:pt modelId="{19DA673A-F49C-4992-922C-9F4F842C3105}" type="sibTrans" cxnId="{B42BF013-19B9-4D4F-9CCD-F452EBEC264D}">
      <dgm:prSet/>
      <dgm:spPr/>
      <dgm:t>
        <a:bodyPr/>
        <a:lstStyle/>
        <a:p>
          <a:endParaRPr lang="en-US"/>
        </a:p>
      </dgm:t>
    </dgm:pt>
    <dgm:pt modelId="{01D435B2-2DFE-4BA3-97ED-7114BE7EA0BA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T3, T4, and TSH values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08D8C4FD-AAC0-4C41-B6B8-DF0AA21DE848}" type="parTrans" cxnId="{1BE1882B-BF1F-4CB8-9B74-B0BBE3102B62}">
      <dgm:prSet/>
      <dgm:spPr/>
      <dgm:t>
        <a:bodyPr/>
        <a:lstStyle/>
        <a:p>
          <a:endParaRPr lang="en-US"/>
        </a:p>
      </dgm:t>
    </dgm:pt>
    <dgm:pt modelId="{A112E4A1-DEB6-41C7-9294-872E2582D0A3}" type="sibTrans" cxnId="{1BE1882B-BF1F-4CB8-9B74-B0BBE3102B62}">
      <dgm:prSet/>
      <dgm:spPr/>
      <dgm:t>
        <a:bodyPr/>
        <a:lstStyle/>
        <a:p>
          <a:endParaRPr lang="en-US"/>
        </a:p>
      </dgm:t>
    </dgm:pt>
    <dgm:pt modelId="{6A1866A2-AF42-4A1F-B277-F3B0E422634E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Annotation Format:</a:t>
          </a:r>
          <a:br>
            <a:rPr lang="en-US" sz="1400" b="1" smtClean="0">
              <a:latin typeface="Times New Roman" pitchFamily="18" charset="0"/>
              <a:cs typeface="Times New Roman" pitchFamily="18" charset="0"/>
            </a:rPr>
          </a:br>
          <a:r>
            <a:rPr lang="en-US" sz="1400" b="1" smtClean="0">
              <a:latin typeface="Times New Roman" pitchFamily="18" charset="0"/>
              <a:cs typeface="Times New Roman" pitchFamily="18" charset="0"/>
            </a:rPr>
            <a:t>Exported annotations in YOLO format: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7F2F9FFE-9505-4A78-9603-294D4D2EC3FA}" type="parTrans" cxnId="{E4C99723-60FC-4EC1-8709-A623A70722B1}">
      <dgm:prSet/>
      <dgm:spPr/>
      <dgm:t>
        <a:bodyPr/>
        <a:lstStyle/>
        <a:p>
          <a:endParaRPr lang="en-US"/>
        </a:p>
      </dgm:t>
    </dgm:pt>
    <dgm:pt modelId="{8124BE36-0172-4C33-A594-2E2AE79254F5}" type="sibTrans" cxnId="{E4C99723-60FC-4EC1-8709-A623A70722B1}">
      <dgm:prSet/>
      <dgm:spPr/>
      <dgm:t>
        <a:bodyPr/>
        <a:lstStyle/>
        <a:p>
          <a:endParaRPr lang="en-US"/>
        </a:p>
      </dgm:t>
    </dgm:pt>
    <dgm:pt modelId="{76A51526-E129-4AAA-8246-8CE4BFD6F9B5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class_id x_center y_center width height 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739DAB08-790A-4658-B389-59E4DD02451D}" type="parTrans" cxnId="{29A6D45F-C878-4E7B-9525-8939CB85F5C4}">
      <dgm:prSet/>
      <dgm:spPr/>
      <dgm:t>
        <a:bodyPr/>
        <a:lstStyle/>
        <a:p>
          <a:endParaRPr lang="en-US"/>
        </a:p>
      </dgm:t>
    </dgm:pt>
    <dgm:pt modelId="{EDCBD238-2754-4332-A190-93E1357D0074}" type="sibTrans" cxnId="{29A6D45F-C878-4E7B-9525-8939CB85F5C4}">
      <dgm:prSet/>
      <dgm:spPr/>
      <dgm:t>
        <a:bodyPr/>
        <a:lstStyle/>
        <a:p>
          <a:endParaRPr lang="en-US"/>
        </a:p>
      </dgm:t>
    </dgm:pt>
    <dgm:pt modelId="{F7AD4582-3CD4-474F-AAC2-4E9D23D191B9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Preprocessing: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B98B474A-F2BA-4975-A7D1-091769D4558E}" type="parTrans" cxnId="{CA24F31F-DF9E-4B61-AB1D-37C049935B28}">
      <dgm:prSet/>
      <dgm:spPr/>
      <dgm:t>
        <a:bodyPr/>
        <a:lstStyle/>
        <a:p>
          <a:endParaRPr lang="en-US"/>
        </a:p>
      </dgm:t>
    </dgm:pt>
    <dgm:pt modelId="{D0E540C5-7CB0-4154-815B-74372A8BDFC8}" type="sibTrans" cxnId="{CA24F31F-DF9E-4B61-AB1D-37C049935B28}">
      <dgm:prSet/>
      <dgm:spPr/>
      <dgm:t>
        <a:bodyPr/>
        <a:lstStyle/>
        <a:p>
          <a:endParaRPr lang="en-US"/>
        </a:p>
      </dgm:t>
    </dgm:pt>
    <dgm:pt modelId="{0BF44FB4-B20B-4578-BC55-990ED97B983A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Resized all images to 416×416 pixels (YOLO input size).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E1D1EE9B-430B-4AB1-92E2-8F6AB527CE73}" type="parTrans" cxnId="{F2479EE7-C468-4E77-9688-FD506754DACE}">
      <dgm:prSet/>
      <dgm:spPr/>
      <dgm:t>
        <a:bodyPr/>
        <a:lstStyle/>
        <a:p>
          <a:endParaRPr lang="en-US"/>
        </a:p>
      </dgm:t>
    </dgm:pt>
    <dgm:pt modelId="{C1CE2726-3947-4FED-99A0-3054AB13ABC1}" type="sibTrans" cxnId="{F2479EE7-C468-4E77-9688-FD506754DACE}">
      <dgm:prSet/>
      <dgm:spPr/>
      <dgm:t>
        <a:bodyPr/>
        <a:lstStyle/>
        <a:p>
          <a:endParaRPr lang="en-US"/>
        </a:p>
      </dgm:t>
    </dgm:pt>
    <dgm:pt modelId="{74EC23B1-49E1-447A-8FFD-1C1916638C66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Enhanced clarity using brightness/contrast adjustments.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A90BC908-73BE-455A-B590-0BF137613AA5}" type="parTrans" cxnId="{5B771B2B-37C1-4485-9715-FCA63B000F46}">
      <dgm:prSet/>
      <dgm:spPr/>
      <dgm:t>
        <a:bodyPr/>
        <a:lstStyle/>
        <a:p>
          <a:endParaRPr lang="en-US"/>
        </a:p>
      </dgm:t>
    </dgm:pt>
    <dgm:pt modelId="{60186450-9050-44DA-979E-82C7123C030C}" type="sibTrans" cxnId="{5B771B2B-37C1-4485-9715-FCA63B000F46}">
      <dgm:prSet/>
      <dgm:spPr/>
      <dgm:t>
        <a:bodyPr/>
        <a:lstStyle/>
        <a:p>
          <a:endParaRPr lang="en-US"/>
        </a:p>
      </dgm:t>
    </dgm:pt>
    <dgm:pt modelId="{49E3C6CA-4D97-4E50-A5EA-B3B6C3640204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Ensured proper image–annotation matching.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EB652326-455E-4D3A-BE64-70BF1C1AE37A}" type="parTrans" cxnId="{45A9E4D7-76B1-4B8B-954D-BA652EEED1BB}">
      <dgm:prSet/>
      <dgm:spPr/>
      <dgm:t>
        <a:bodyPr/>
        <a:lstStyle/>
        <a:p>
          <a:endParaRPr lang="en-US"/>
        </a:p>
      </dgm:t>
    </dgm:pt>
    <dgm:pt modelId="{D565757B-ACB5-4BAA-B45A-7FA776C03E6B}" type="sibTrans" cxnId="{45A9E4D7-76B1-4B8B-954D-BA652EEED1BB}">
      <dgm:prSet/>
      <dgm:spPr/>
      <dgm:t>
        <a:bodyPr/>
        <a:lstStyle/>
        <a:p>
          <a:endParaRPr lang="en-US"/>
        </a:p>
      </dgm:t>
    </dgm:pt>
    <dgm:pt modelId="{551BEB53-6BE3-4D40-9798-6DF571D4234F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Data Split: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07847A40-1BAF-4EAD-8E2D-B91DB44D967A}" type="parTrans" cxnId="{D9E0AFE6-52BB-4C69-A2C3-C9DBE5DCC495}">
      <dgm:prSet/>
      <dgm:spPr/>
      <dgm:t>
        <a:bodyPr/>
        <a:lstStyle/>
        <a:p>
          <a:endParaRPr lang="en-US"/>
        </a:p>
      </dgm:t>
    </dgm:pt>
    <dgm:pt modelId="{0F132851-AB2D-4B3A-B35D-A4990A179E40}" type="sibTrans" cxnId="{D9E0AFE6-52BB-4C69-A2C3-C9DBE5DCC495}">
      <dgm:prSet/>
      <dgm:spPr/>
      <dgm:t>
        <a:bodyPr/>
        <a:lstStyle/>
        <a:p>
          <a:endParaRPr lang="en-US"/>
        </a:p>
      </dgm:t>
    </dgm:pt>
    <dgm:pt modelId="{5607821B-C93D-4FC2-92E3-93BE55B54CD1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80% of images used for training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4CA9EE72-9FAD-49B3-9E5F-FE38DF020601}" type="parTrans" cxnId="{2879AAB3-AC04-418B-89C5-D31134578087}">
      <dgm:prSet/>
      <dgm:spPr/>
      <dgm:t>
        <a:bodyPr/>
        <a:lstStyle/>
        <a:p>
          <a:endParaRPr lang="en-US"/>
        </a:p>
      </dgm:t>
    </dgm:pt>
    <dgm:pt modelId="{F7A33AB0-2814-4F70-A160-AE2028234B13}" type="sibTrans" cxnId="{2879AAB3-AC04-418B-89C5-D31134578087}">
      <dgm:prSet/>
      <dgm:spPr/>
      <dgm:t>
        <a:bodyPr/>
        <a:lstStyle/>
        <a:p>
          <a:endParaRPr lang="en-US"/>
        </a:p>
      </dgm:t>
    </dgm:pt>
    <dgm:pt modelId="{CD3D0EEA-C1A4-421A-95C6-DD907DD03329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20% reserved for testing and validation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03BD0B9C-971F-4AD9-A199-2614BC6BD48A}" type="parTrans" cxnId="{613DAE2B-2870-4077-985B-1A8767BA79EC}">
      <dgm:prSet/>
      <dgm:spPr/>
      <dgm:t>
        <a:bodyPr/>
        <a:lstStyle/>
        <a:p>
          <a:endParaRPr lang="en-US"/>
        </a:p>
      </dgm:t>
    </dgm:pt>
    <dgm:pt modelId="{E98EEA41-D2B0-4DB4-BDB0-D1EE8CFD0A3B}" type="sibTrans" cxnId="{613DAE2B-2870-4077-985B-1A8767BA79EC}">
      <dgm:prSet/>
      <dgm:spPr/>
      <dgm:t>
        <a:bodyPr/>
        <a:lstStyle/>
        <a:p>
          <a:endParaRPr lang="en-US"/>
        </a:p>
      </dgm:t>
    </dgm:pt>
    <dgm:pt modelId="{3D40B399-3452-43B0-8DC5-0FD6F0D659FD}" type="pres">
      <dgm:prSet presAssocID="{66546F29-D7CE-4D7C-9E9F-8D6E2DAA187D}" presName="compositeShape" presStyleCnt="0">
        <dgm:presLayoutVars>
          <dgm:chMax val="7"/>
          <dgm:dir/>
          <dgm:resizeHandles val="exact"/>
        </dgm:presLayoutVars>
      </dgm:prSet>
      <dgm:spPr/>
    </dgm:pt>
    <dgm:pt modelId="{71ECE197-BA38-4D29-A94A-79865FFA0F14}" type="pres">
      <dgm:prSet presAssocID="{CC8B37E5-CA9E-4299-8A8A-F46B3A4CEB69}" presName="circ1" presStyleLbl="vennNode1" presStyleIdx="0" presStyleCnt="6"/>
      <dgm:spPr/>
    </dgm:pt>
    <dgm:pt modelId="{6B7CDD81-D32F-4A91-B1B7-856A3C7912BE}" type="pres">
      <dgm:prSet presAssocID="{CC8B37E5-CA9E-4299-8A8A-F46B3A4CEB6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B6BF516-2460-4F6C-ACC3-4201BD22D07C}" type="pres">
      <dgm:prSet presAssocID="{D53AF592-E147-479E-9550-DCE3437439CE}" presName="circ2" presStyleLbl="vennNode1" presStyleIdx="1" presStyleCnt="6"/>
      <dgm:spPr/>
    </dgm:pt>
    <dgm:pt modelId="{A4740955-B9D4-41AE-927E-3BC31CD45F73}" type="pres">
      <dgm:prSet presAssocID="{D53AF592-E147-479E-9550-DCE3437439C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BE876D6-EB0F-47EF-B0B5-9D393D35ADF6}" type="pres">
      <dgm:prSet presAssocID="{6A1866A2-AF42-4A1F-B277-F3B0E422634E}" presName="circ3" presStyleLbl="vennNode1" presStyleIdx="2" presStyleCnt="6"/>
      <dgm:spPr/>
    </dgm:pt>
    <dgm:pt modelId="{895FCEFB-5FE0-4604-AA50-DA899B748300}" type="pres">
      <dgm:prSet presAssocID="{6A1866A2-AF42-4A1F-B277-F3B0E422634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950EF24-E342-4C4A-AE5A-B639FB0103B7}" type="pres">
      <dgm:prSet presAssocID="{76A51526-E129-4AAA-8246-8CE4BFD6F9B5}" presName="circ4" presStyleLbl="vennNode1" presStyleIdx="3" presStyleCnt="6"/>
      <dgm:spPr/>
    </dgm:pt>
    <dgm:pt modelId="{BB41CB3F-4D75-4633-8F21-4C595C230B2A}" type="pres">
      <dgm:prSet presAssocID="{76A51526-E129-4AAA-8246-8CE4BFD6F9B5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50A346F-B70A-4B8B-8F35-419B697CD9D6}" type="pres">
      <dgm:prSet presAssocID="{F7AD4582-3CD4-474F-AAC2-4E9D23D191B9}" presName="circ5" presStyleLbl="vennNode1" presStyleIdx="4" presStyleCnt="6"/>
      <dgm:spPr/>
    </dgm:pt>
    <dgm:pt modelId="{7DF982CE-219E-4258-A9A9-BD11B002607C}" type="pres">
      <dgm:prSet presAssocID="{F7AD4582-3CD4-474F-AAC2-4E9D23D191B9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4EAFA00-3040-4557-B32D-BA40B3C2150E}" type="pres">
      <dgm:prSet presAssocID="{551BEB53-6BE3-4D40-9798-6DF571D4234F}" presName="circ6" presStyleLbl="vennNode1" presStyleIdx="5" presStyleCnt="6"/>
      <dgm:spPr/>
    </dgm:pt>
    <dgm:pt modelId="{897F8BDF-79B4-4BE1-AD7D-07C77E3ADD7C}" type="pres">
      <dgm:prSet presAssocID="{551BEB53-6BE3-4D40-9798-6DF571D4234F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A24F31F-DF9E-4B61-AB1D-37C049935B28}" srcId="{66546F29-D7CE-4D7C-9E9F-8D6E2DAA187D}" destId="{F7AD4582-3CD4-474F-AAC2-4E9D23D191B9}" srcOrd="4" destOrd="0" parTransId="{B98B474A-F2BA-4975-A7D1-091769D4558E}" sibTransId="{D0E540C5-7CB0-4154-815B-74372A8BDFC8}"/>
    <dgm:cxn modelId="{3464718F-AE61-405E-BEF9-C67A235DAD12}" type="presOf" srcId="{D53AF592-E147-479E-9550-DCE3437439CE}" destId="{A4740955-B9D4-41AE-927E-3BC31CD45F73}" srcOrd="0" destOrd="0" presId="urn:microsoft.com/office/officeart/2005/8/layout/venn1"/>
    <dgm:cxn modelId="{8902AAE3-2CBD-442E-B318-094CCD49FAAE}" type="presOf" srcId="{CD3D0EEA-C1A4-421A-95C6-DD907DD03329}" destId="{897F8BDF-79B4-4BE1-AD7D-07C77E3ADD7C}" srcOrd="0" destOrd="2" presId="urn:microsoft.com/office/officeart/2005/8/layout/venn1"/>
    <dgm:cxn modelId="{53AEF882-6EB3-432B-8E5D-F38A969594C4}" type="presOf" srcId="{0BF44FB4-B20B-4578-BC55-990ED97B983A}" destId="{7DF982CE-219E-4258-A9A9-BD11B002607C}" srcOrd="0" destOrd="1" presId="urn:microsoft.com/office/officeart/2005/8/layout/venn1"/>
    <dgm:cxn modelId="{100ABA03-0120-4317-8812-380943A7B43D}" type="presOf" srcId="{CC8B37E5-CA9E-4299-8A8A-F46B3A4CEB69}" destId="{6B7CDD81-D32F-4A91-B1B7-856A3C7912BE}" srcOrd="0" destOrd="0" presId="urn:microsoft.com/office/officeart/2005/8/layout/venn1"/>
    <dgm:cxn modelId="{29A6D45F-C878-4E7B-9525-8939CB85F5C4}" srcId="{66546F29-D7CE-4D7C-9E9F-8D6E2DAA187D}" destId="{76A51526-E129-4AAA-8246-8CE4BFD6F9B5}" srcOrd="3" destOrd="0" parTransId="{739DAB08-790A-4658-B389-59E4DD02451D}" sibTransId="{EDCBD238-2754-4332-A190-93E1357D0074}"/>
    <dgm:cxn modelId="{2879AAB3-AC04-418B-89C5-D31134578087}" srcId="{551BEB53-6BE3-4D40-9798-6DF571D4234F}" destId="{5607821B-C93D-4FC2-92E3-93BE55B54CD1}" srcOrd="0" destOrd="0" parTransId="{4CA9EE72-9FAD-49B3-9E5F-FE38DF020601}" sibTransId="{F7A33AB0-2814-4F70-A160-AE2028234B13}"/>
    <dgm:cxn modelId="{F9525850-7251-43FC-A601-DAB80245C5A3}" type="presOf" srcId="{4AB6183C-AF63-4F95-A9B9-90D9BB72D71D}" destId="{A4740955-B9D4-41AE-927E-3BC31CD45F73}" srcOrd="0" destOrd="1" presId="urn:microsoft.com/office/officeart/2005/8/layout/venn1"/>
    <dgm:cxn modelId="{5B771B2B-37C1-4485-9715-FCA63B000F46}" srcId="{F7AD4582-3CD4-474F-AAC2-4E9D23D191B9}" destId="{74EC23B1-49E1-447A-8FFD-1C1916638C66}" srcOrd="1" destOrd="0" parTransId="{A90BC908-73BE-455A-B590-0BF137613AA5}" sibTransId="{60186450-9050-44DA-979E-82C7123C030C}"/>
    <dgm:cxn modelId="{5BBA6049-4418-4F35-85CC-89837377C994}" srcId="{D53AF592-E147-479E-9550-DCE3437439CE}" destId="{68347F75-9458-4D03-A733-BD551179F237}" srcOrd="1" destOrd="0" parTransId="{E6593EB6-6A2B-4EEF-B8AC-B754D8D3BA80}" sibTransId="{7ADED7A4-BF21-403D-95D1-33AF86C005D4}"/>
    <dgm:cxn modelId="{AC4F5667-F38F-42B4-A09B-06F1C83477BE}" type="presOf" srcId="{D1D2C7E9-490C-4654-99C9-66796693FDBA}" destId="{A4740955-B9D4-41AE-927E-3BC31CD45F73}" srcOrd="0" destOrd="3" presId="urn:microsoft.com/office/officeart/2005/8/layout/venn1"/>
    <dgm:cxn modelId="{73687746-A756-4021-93A2-831E431D986E}" srcId="{66546F29-D7CE-4D7C-9E9F-8D6E2DAA187D}" destId="{CC8B37E5-CA9E-4299-8A8A-F46B3A4CEB69}" srcOrd="0" destOrd="0" parTransId="{B4DC03EB-7508-4836-8A1F-84574848B9A6}" sibTransId="{D2D3C538-F9E3-4BDA-8226-50A4291FC735}"/>
    <dgm:cxn modelId="{D57B9F87-CED3-4468-9B15-4FF57EE94DF1}" type="presOf" srcId="{76A51526-E129-4AAA-8246-8CE4BFD6F9B5}" destId="{BB41CB3F-4D75-4633-8F21-4C595C230B2A}" srcOrd="0" destOrd="0" presId="urn:microsoft.com/office/officeart/2005/8/layout/venn1"/>
    <dgm:cxn modelId="{B7A44DF1-F92C-4123-B86F-C8E97537617E}" type="presOf" srcId="{551BEB53-6BE3-4D40-9798-6DF571D4234F}" destId="{897F8BDF-79B4-4BE1-AD7D-07C77E3ADD7C}" srcOrd="0" destOrd="0" presId="urn:microsoft.com/office/officeart/2005/8/layout/venn1"/>
    <dgm:cxn modelId="{8E5150FE-AE74-49A2-851D-09E60A54F04A}" type="presOf" srcId="{F7AD4582-3CD4-474F-AAC2-4E9D23D191B9}" destId="{7DF982CE-219E-4258-A9A9-BD11B002607C}" srcOrd="0" destOrd="0" presId="urn:microsoft.com/office/officeart/2005/8/layout/venn1"/>
    <dgm:cxn modelId="{5A5B8AFB-647D-45A3-8D46-D7B78E7C1FC5}" type="presOf" srcId="{01D435B2-2DFE-4BA3-97ED-7114BE7EA0BA}" destId="{A4740955-B9D4-41AE-927E-3BC31CD45F73}" srcOrd="0" destOrd="5" presId="urn:microsoft.com/office/officeart/2005/8/layout/venn1"/>
    <dgm:cxn modelId="{B42BF013-19B9-4D4F-9CCD-F452EBEC264D}" srcId="{D53AF592-E147-479E-9550-DCE3437439CE}" destId="{25C196D4-5B90-43FB-8D87-4D3503AEB7E7}" srcOrd="3" destOrd="0" parTransId="{FC5650EB-792E-448B-B891-ACF267861E7B}" sibTransId="{19DA673A-F49C-4992-922C-9F4F842C3105}"/>
    <dgm:cxn modelId="{8FB7F75F-65C0-4329-9FC0-BF652FF6EC47}" type="presOf" srcId="{74EC23B1-49E1-447A-8FFD-1C1916638C66}" destId="{7DF982CE-219E-4258-A9A9-BD11B002607C}" srcOrd="0" destOrd="2" presId="urn:microsoft.com/office/officeart/2005/8/layout/venn1"/>
    <dgm:cxn modelId="{8387B054-70E3-4B0E-9C4C-10B909FE2853}" type="presOf" srcId="{5607821B-C93D-4FC2-92E3-93BE55B54CD1}" destId="{897F8BDF-79B4-4BE1-AD7D-07C77E3ADD7C}" srcOrd="0" destOrd="1" presId="urn:microsoft.com/office/officeart/2005/8/layout/venn1"/>
    <dgm:cxn modelId="{1BE1882B-BF1F-4CB8-9B74-B0BBE3102B62}" srcId="{D53AF592-E147-479E-9550-DCE3437439CE}" destId="{01D435B2-2DFE-4BA3-97ED-7114BE7EA0BA}" srcOrd="4" destOrd="0" parTransId="{08D8C4FD-AAC0-4C41-B6B8-DF0AA21DE848}" sibTransId="{A112E4A1-DEB6-41C7-9294-872E2582D0A3}"/>
    <dgm:cxn modelId="{6E2820BA-72E0-4482-952C-49E53371BC26}" type="presOf" srcId="{49E3C6CA-4D97-4E50-A5EA-B3B6C3640204}" destId="{7DF982CE-219E-4258-A9A9-BD11B002607C}" srcOrd="0" destOrd="3" presId="urn:microsoft.com/office/officeart/2005/8/layout/venn1"/>
    <dgm:cxn modelId="{45A9E4D7-76B1-4B8B-954D-BA652EEED1BB}" srcId="{F7AD4582-3CD4-474F-AAC2-4E9D23D191B9}" destId="{49E3C6CA-4D97-4E50-A5EA-B3B6C3640204}" srcOrd="2" destOrd="0" parTransId="{EB652326-455E-4D3A-BE64-70BF1C1AE37A}" sibTransId="{D565757B-ACB5-4BAA-B45A-7FA776C03E6B}"/>
    <dgm:cxn modelId="{571D96B0-ADB9-44DA-9EBA-352A265B6178}" type="presOf" srcId="{6A1866A2-AF42-4A1F-B277-F3B0E422634E}" destId="{895FCEFB-5FE0-4604-AA50-DA899B748300}" srcOrd="0" destOrd="0" presId="urn:microsoft.com/office/officeart/2005/8/layout/venn1"/>
    <dgm:cxn modelId="{DE637320-43BD-4680-8EF1-6059DC6BE267}" srcId="{D53AF592-E147-479E-9550-DCE3437439CE}" destId="{4AB6183C-AF63-4F95-A9B9-90D9BB72D71D}" srcOrd="0" destOrd="0" parTransId="{EF105B1C-8D03-43E6-8F1D-D593C9E113B5}" sibTransId="{ACED87FB-F453-430E-9E24-EEC24C548421}"/>
    <dgm:cxn modelId="{F2479EE7-C468-4E77-9688-FD506754DACE}" srcId="{F7AD4582-3CD4-474F-AAC2-4E9D23D191B9}" destId="{0BF44FB4-B20B-4578-BC55-990ED97B983A}" srcOrd="0" destOrd="0" parTransId="{E1D1EE9B-430B-4AB1-92E2-8F6AB527CE73}" sibTransId="{C1CE2726-3947-4FED-99A0-3054AB13ABC1}"/>
    <dgm:cxn modelId="{B4EF3AAC-E1B1-4B1D-918F-55BB2131C7E8}" srcId="{66546F29-D7CE-4D7C-9E9F-8D6E2DAA187D}" destId="{D53AF592-E147-479E-9550-DCE3437439CE}" srcOrd="1" destOrd="0" parTransId="{F88026D2-E097-4B52-B23B-90799B58B61C}" sibTransId="{61D650A9-ACE1-4D48-986E-3ECA9AF5AD44}"/>
    <dgm:cxn modelId="{E4C99723-60FC-4EC1-8709-A623A70722B1}" srcId="{66546F29-D7CE-4D7C-9E9F-8D6E2DAA187D}" destId="{6A1866A2-AF42-4A1F-B277-F3B0E422634E}" srcOrd="2" destOrd="0" parTransId="{7F2F9FFE-9505-4A78-9603-294D4D2EC3FA}" sibTransId="{8124BE36-0172-4C33-A594-2E2AE79254F5}"/>
    <dgm:cxn modelId="{613DAE2B-2870-4077-985B-1A8767BA79EC}" srcId="{551BEB53-6BE3-4D40-9798-6DF571D4234F}" destId="{CD3D0EEA-C1A4-421A-95C6-DD907DD03329}" srcOrd="1" destOrd="0" parTransId="{03BD0B9C-971F-4AD9-A199-2614BC6BD48A}" sibTransId="{E98EEA41-D2B0-4DB4-BDB0-D1EE8CFD0A3B}"/>
    <dgm:cxn modelId="{201FD29E-2E2D-4E8A-A9C9-D2EC89D80E77}" type="presOf" srcId="{66546F29-D7CE-4D7C-9E9F-8D6E2DAA187D}" destId="{3D40B399-3452-43B0-8DC5-0FD6F0D659FD}" srcOrd="0" destOrd="0" presId="urn:microsoft.com/office/officeart/2005/8/layout/venn1"/>
    <dgm:cxn modelId="{5431C1A3-B656-4560-BA80-3AD0F5390623}" srcId="{D53AF592-E147-479E-9550-DCE3437439CE}" destId="{D1D2C7E9-490C-4654-99C9-66796693FDBA}" srcOrd="2" destOrd="0" parTransId="{A5A917DD-D6B7-412E-840C-04DE780D8E51}" sibTransId="{10083D87-B315-4D11-8283-80E536E04B5C}"/>
    <dgm:cxn modelId="{F82984BB-C7C8-4014-BED8-690D6E0E3061}" type="presOf" srcId="{68347F75-9458-4D03-A733-BD551179F237}" destId="{A4740955-B9D4-41AE-927E-3BC31CD45F73}" srcOrd="0" destOrd="2" presId="urn:microsoft.com/office/officeart/2005/8/layout/venn1"/>
    <dgm:cxn modelId="{4DF5D959-8C9D-4A8F-8D2C-E6BAD98087DC}" type="presOf" srcId="{25C196D4-5B90-43FB-8D87-4D3503AEB7E7}" destId="{A4740955-B9D4-41AE-927E-3BC31CD45F73}" srcOrd="0" destOrd="4" presId="urn:microsoft.com/office/officeart/2005/8/layout/venn1"/>
    <dgm:cxn modelId="{D9E0AFE6-52BB-4C69-A2C3-C9DBE5DCC495}" srcId="{66546F29-D7CE-4D7C-9E9F-8D6E2DAA187D}" destId="{551BEB53-6BE3-4D40-9798-6DF571D4234F}" srcOrd="5" destOrd="0" parTransId="{07847A40-1BAF-4EAD-8E2D-B91DB44D967A}" sibTransId="{0F132851-AB2D-4B3A-B35D-A4990A179E40}"/>
    <dgm:cxn modelId="{EC846002-0D69-415F-B7FA-FC873AC05C92}" type="presParOf" srcId="{3D40B399-3452-43B0-8DC5-0FD6F0D659FD}" destId="{71ECE197-BA38-4D29-A94A-79865FFA0F14}" srcOrd="0" destOrd="0" presId="urn:microsoft.com/office/officeart/2005/8/layout/venn1"/>
    <dgm:cxn modelId="{734909B9-498C-4EFC-B0F2-29DB6119F4AE}" type="presParOf" srcId="{3D40B399-3452-43B0-8DC5-0FD6F0D659FD}" destId="{6B7CDD81-D32F-4A91-B1B7-856A3C7912BE}" srcOrd="1" destOrd="0" presId="urn:microsoft.com/office/officeart/2005/8/layout/venn1"/>
    <dgm:cxn modelId="{2BF7DA3C-1A7B-49FC-AA9A-A3C988A9387B}" type="presParOf" srcId="{3D40B399-3452-43B0-8DC5-0FD6F0D659FD}" destId="{5B6BF516-2460-4F6C-ACC3-4201BD22D07C}" srcOrd="2" destOrd="0" presId="urn:microsoft.com/office/officeart/2005/8/layout/venn1"/>
    <dgm:cxn modelId="{A8C46A0F-D8ED-4F9C-93CB-FAA7D6FE5962}" type="presParOf" srcId="{3D40B399-3452-43B0-8DC5-0FD6F0D659FD}" destId="{A4740955-B9D4-41AE-927E-3BC31CD45F73}" srcOrd="3" destOrd="0" presId="urn:microsoft.com/office/officeart/2005/8/layout/venn1"/>
    <dgm:cxn modelId="{83C11449-1448-444F-8475-7C77C602FF0B}" type="presParOf" srcId="{3D40B399-3452-43B0-8DC5-0FD6F0D659FD}" destId="{8BE876D6-EB0F-47EF-B0B5-9D393D35ADF6}" srcOrd="4" destOrd="0" presId="urn:microsoft.com/office/officeart/2005/8/layout/venn1"/>
    <dgm:cxn modelId="{A6E64F72-8EF1-463D-8402-D9587261B8BA}" type="presParOf" srcId="{3D40B399-3452-43B0-8DC5-0FD6F0D659FD}" destId="{895FCEFB-5FE0-4604-AA50-DA899B748300}" srcOrd="5" destOrd="0" presId="urn:microsoft.com/office/officeart/2005/8/layout/venn1"/>
    <dgm:cxn modelId="{356E0C6B-78BB-4D8F-A0B8-86D14E08DFBF}" type="presParOf" srcId="{3D40B399-3452-43B0-8DC5-0FD6F0D659FD}" destId="{3950EF24-E342-4C4A-AE5A-B639FB0103B7}" srcOrd="6" destOrd="0" presId="urn:microsoft.com/office/officeart/2005/8/layout/venn1"/>
    <dgm:cxn modelId="{59DBE5F5-C22D-4A82-BA9A-54EFD890D7A3}" type="presParOf" srcId="{3D40B399-3452-43B0-8DC5-0FD6F0D659FD}" destId="{BB41CB3F-4D75-4633-8F21-4C595C230B2A}" srcOrd="7" destOrd="0" presId="urn:microsoft.com/office/officeart/2005/8/layout/venn1"/>
    <dgm:cxn modelId="{9B788DA0-CEFF-449E-84CC-00C53131A817}" type="presParOf" srcId="{3D40B399-3452-43B0-8DC5-0FD6F0D659FD}" destId="{050A346F-B70A-4B8B-8F35-419B697CD9D6}" srcOrd="8" destOrd="0" presId="urn:microsoft.com/office/officeart/2005/8/layout/venn1"/>
    <dgm:cxn modelId="{A834C903-A941-43D7-8451-C6044184316D}" type="presParOf" srcId="{3D40B399-3452-43B0-8DC5-0FD6F0D659FD}" destId="{7DF982CE-219E-4258-A9A9-BD11B002607C}" srcOrd="9" destOrd="0" presId="urn:microsoft.com/office/officeart/2005/8/layout/venn1"/>
    <dgm:cxn modelId="{674DCF7A-173E-40D1-A634-532D89382031}" type="presParOf" srcId="{3D40B399-3452-43B0-8DC5-0FD6F0D659FD}" destId="{14EAFA00-3040-4557-B32D-BA40B3C2150E}" srcOrd="10" destOrd="0" presId="urn:microsoft.com/office/officeart/2005/8/layout/venn1"/>
    <dgm:cxn modelId="{A54CAFD1-AE9A-4066-88C4-A1A6D56D8424}" type="presParOf" srcId="{3D40B399-3452-43B0-8DC5-0FD6F0D659FD}" destId="{897F8BDF-79B4-4BE1-AD7D-07C77E3ADD7C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590A8A-D154-4C91-9AA4-8674D0271BE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A0B435-EA9C-46CF-93BF-37D57D379CBD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 dirty="0" smtClean="0"/>
            <a:t>🖼️ </a:t>
          </a:r>
          <a:r>
            <a:rPr lang="en-US" i="1" dirty="0" smtClean="0"/>
            <a:t>Image Region</a:t>
          </a:r>
          <a:r>
            <a:rPr lang="en-US" dirty="0" smtClean="0"/>
            <a:t> → ⚙️ </a:t>
          </a:r>
          <a:r>
            <a:rPr lang="en-US" i="1" dirty="0" smtClean="0"/>
            <a:t>Preprocess</a:t>
          </a:r>
          <a:r>
            <a:rPr lang="en-US" dirty="0" smtClean="0"/>
            <a:t> → 🧠 </a:t>
          </a:r>
          <a:r>
            <a:rPr lang="en-US" i="1" dirty="0" smtClean="0"/>
            <a:t>OCR Engine</a:t>
          </a:r>
          <a:r>
            <a:rPr lang="en-US" dirty="0" smtClean="0"/>
            <a:t> → 📋 </a:t>
          </a:r>
          <a:r>
            <a:rPr lang="en-US" i="1" dirty="0" smtClean="0"/>
            <a:t>Structured Output</a:t>
          </a:r>
          <a:endParaRPr lang="en-US" dirty="0"/>
        </a:p>
      </dgm:t>
    </dgm:pt>
    <dgm:pt modelId="{EA2D27B7-F85D-4076-975B-876B1DC3BCE8}" type="parTrans" cxnId="{7908FB70-3012-43D6-A1E9-2B9E51913F0B}">
      <dgm:prSet/>
      <dgm:spPr/>
      <dgm:t>
        <a:bodyPr/>
        <a:lstStyle/>
        <a:p>
          <a:endParaRPr lang="en-US"/>
        </a:p>
      </dgm:t>
    </dgm:pt>
    <dgm:pt modelId="{30000DE0-949F-42F5-9B9B-4AFC95E03814}" type="sibTrans" cxnId="{7908FB70-3012-43D6-A1E9-2B9E51913F0B}">
      <dgm:prSet/>
      <dgm:spPr/>
      <dgm:t>
        <a:bodyPr/>
        <a:lstStyle/>
        <a:p>
          <a:endParaRPr lang="en-US"/>
        </a:p>
      </dgm:t>
    </dgm:pt>
    <dgm:pt modelId="{C45BFE3D-A486-4A90-A7DD-557A061F06B4}" type="pres">
      <dgm:prSet presAssocID="{65590A8A-D154-4C91-9AA4-8674D0271BE3}" presName="Name0" presStyleCnt="0">
        <dgm:presLayoutVars>
          <dgm:dir/>
          <dgm:resizeHandles val="exact"/>
        </dgm:presLayoutVars>
      </dgm:prSet>
      <dgm:spPr/>
    </dgm:pt>
    <dgm:pt modelId="{9807A493-FA27-4EBD-81D0-CCC349648C7A}" type="pres">
      <dgm:prSet presAssocID="{E1A0B435-EA9C-46CF-93BF-37D57D379CBD}" presName="node" presStyleLbl="node1" presStyleIdx="0" presStyleCnt="1" custLinFactNeighborX="-3227" custLinFactNeighborY="-36842">
        <dgm:presLayoutVars>
          <dgm:bulletEnabled val="1"/>
        </dgm:presLayoutVars>
      </dgm:prSet>
      <dgm:spPr/>
    </dgm:pt>
  </dgm:ptLst>
  <dgm:cxnLst>
    <dgm:cxn modelId="{7908FB70-3012-43D6-A1E9-2B9E51913F0B}" srcId="{65590A8A-D154-4C91-9AA4-8674D0271BE3}" destId="{E1A0B435-EA9C-46CF-93BF-37D57D379CBD}" srcOrd="0" destOrd="0" parTransId="{EA2D27B7-F85D-4076-975B-876B1DC3BCE8}" sibTransId="{30000DE0-949F-42F5-9B9B-4AFC95E03814}"/>
    <dgm:cxn modelId="{17C784FF-4801-4C44-9CDA-16CFB2498D82}" type="presOf" srcId="{E1A0B435-EA9C-46CF-93BF-37D57D379CBD}" destId="{9807A493-FA27-4EBD-81D0-CCC349648C7A}" srcOrd="0" destOrd="0" presId="urn:microsoft.com/office/officeart/2005/8/layout/process1"/>
    <dgm:cxn modelId="{06E4D26D-66A9-4705-AAF6-A8DA2CFEF0FE}" type="presOf" srcId="{65590A8A-D154-4C91-9AA4-8674D0271BE3}" destId="{C45BFE3D-A486-4A90-A7DD-557A061F06B4}" srcOrd="0" destOrd="0" presId="urn:microsoft.com/office/officeart/2005/8/layout/process1"/>
    <dgm:cxn modelId="{A34C368A-D325-4937-A3EF-0353524D22EF}" type="presParOf" srcId="{C45BFE3D-A486-4A90-A7DD-557A061F06B4}" destId="{9807A493-FA27-4EBD-81D0-CCC349648C7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DBECCF-CD83-4691-814E-5BF6AC089BE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4F2989-E8D5-49C9-9BED-ACB9010760C0}">
      <dgm:prSet/>
      <dgm:spPr/>
      <dgm:t>
        <a:bodyPr/>
        <a:lstStyle/>
        <a:p>
          <a:pPr rtl="0"/>
          <a:r>
            <a:rPr lang="en-US" b="1" smtClean="0"/>
            <a:t>YOLOv3 Model</a:t>
          </a:r>
          <a:r>
            <a:rPr lang="en-US" smtClean="0"/>
            <a:t> – Detects regions of interest (bounding boxes).</a:t>
          </a:r>
          <a:endParaRPr lang="en-US"/>
        </a:p>
      </dgm:t>
    </dgm:pt>
    <dgm:pt modelId="{B247BF7B-6636-44D7-B2DB-9F30D12DFF95}" type="parTrans" cxnId="{1184D805-1D74-4C9A-BC0C-97620F42FDAB}">
      <dgm:prSet/>
      <dgm:spPr/>
      <dgm:t>
        <a:bodyPr/>
        <a:lstStyle/>
        <a:p>
          <a:endParaRPr lang="en-US"/>
        </a:p>
      </dgm:t>
    </dgm:pt>
    <dgm:pt modelId="{014B1624-0BAA-403C-AE9B-FA8105C2E0E3}" type="sibTrans" cxnId="{1184D805-1D74-4C9A-BC0C-97620F42FDAB}">
      <dgm:prSet/>
      <dgm:spPr/>
      <dgm:t>
        <a:bodyPr/>
        <a:lstStyle/>
        <a:p>
          <a:endParaRPr lang="en-US"/>
        </a:p>
      </dgm:t>
    </dgm:pt>
    <dgm:pt modelId="{26A1B967-3C79-4C9A-AEA8-71E6A1103C47}">
      <dgm:prSet/>
      <dgm:spPr/>
      <dgm:t>
        <a:bodyPr/>
        <a:lstStyle/>
        <a:p>
          <a:pPr rtl="0"/>
          <a:r>
            <a:rPr lang="en-US" b="1" smtClean="0"/>
            <a:t>Tesseract OCR</a:t>
          </a:r>
          <a:r>
            <a:rPr lang="en-US" smtClean="0"/>
            <a:t> – Extracts readable text from cropped regions.</a:t>
          </a:r>
          <a:endParaRPr lang="en-US"/>
        </a:p>
      </dgm:t>
    </dgm:pt>
    <dgm:pt modelId="{B7B6464F-BDB3-49C3-AA25-F6C48A6F2FF8}" type="parTrans" cxnId="{F6AEA9A2-98EE-4B18-AC75-17E966B0DDBB}">
      <dgm:prSet/>
      <dgm:spPr/>
      <dgm:t>
        <a:bodyPr/>
        <a:lstStyle/>
        <a:p>
          <a:endParaRPr lang="en-US"/>
        </a:p>
      </dgm:t>
    </dgm:pt>
    <dgm:pt modelId="{502D5D1A-81B4-4FC6-B39D-FA8F522D9485}" type="sibTrans" cxnId="{F6AEA9A2-98EE-4B18-AC75-17E966B0DDBB}">
      <dgm:prSet/>
      <dgm:spPr/>
      <dgm:t>
        <a:bodyPr/>
        <a:lstStyle/>
        <a:p>
          <a:endParaRPr lang="en-US"/>
        </a:p>
      </dgm:t>
    </dgm:pt>
    <dgm:pt modelId="{5F01E0E6-17AF-4E68-B615-6922CA8DFDD9}">
      <dgm:prSet/>
      <dgm:spPr/>
      <dgm:t>
        <a:bodyPr/>
        <a:lstStyle/>
        <a:p>
          <a:pPr rtl="0"/>
          <a:r>
            <a:rPr lang="en-US" b="1" smtClean="0"/>
            <a:t>Streamlit App</a:t>
          </a:r>
          <a:r>
            <a:rPr lang="en-US" smtClean="0"/>
            <a:t> – Provides user-friendly web interface for uploading and viewing results.</a:t>
          </a:r>
          <a:endParaRPr lang="en-US"/>
        </a:p>
      </dgm:t>
    </dgm:pt>
    <dgm:pt modelId="{DF2A9EF8-D005-4F5E-A79D-53843BD691E3}" type="parTrans" cxnId="{1671F63A-63E6-48BB-AA4E-A5B76081B3BB}">
      <dgm:prSet/>
      <dgm:spPr/>
      <dgm:t>
        <a:bodyPr/>
        <a:lstStyle/>
        <a:p>
          <a:endParaRPr lang="en-US"/>
        </a:p>
      </dgm:t>
    </dgm:pt>
    <dgm:pt modelId="{DFC6C97A-D95B-4F33-97AF-9FCEC263FD9F}" type="sibTrans" cxnId="{1671F63A-63E6-48BB-AA4E-A5B76081B3BB}">
      <dgm:prSet/>
      <dgm:spPr/>
      <dgm:t>
        <a:bodyPr/>
        <a:lstStyle/>
        <a:p>
          <a:endParaRPr lang="en-US"/>
        </a:p>
      </dgm:t>
    </dgm:pt>
    <dgm:pt modelId="{2963C479-82A1-41DB-9DD0-DA1DDF5769A0}">
      <dgm:prSet/>
      <dgm:spPr/>
      <dgm:t>
        <a:bodyPr/>
        <a:lstStyle/>
        <a:p>
          <a:pPr rtl="0"/>
          <a:r>
            <a:rPr lang="en-US" b="1" dirty="0" smtClean="0"/>
            <a:t>Google Drive</a:t>
          </a:r>
          <a:r>
            <a:rPr lang="en-US" dirty="0" smtClean="0"/>
            <a:t> – Used for data storage, model weights, and output reports.</a:t>
          </a:r>
          <a:endParaRPr lang="en-US" dirty="0"/>
        </a:p>
      </dgm:t>
    </dgm:pt>
    <dgm:pt modelId="{975F2B89-4C1C-4C53-9F8F-6FEC45D82B4E}" type="parTrans" cxnId="{FC8AC229-F2C8-4F0A-93C0-2C4743E55E0E}">
      <dgm:prSet/>
      <dgm:spPr/>
      <dgm:t>
        <a:bodyPr/>
        <a:lstStyle/>
        <a:p>
          <a:endParaRPr lang="en-US"/>
        </a:p>
      </dgm:t>
    </dgm:pt>
    <dgm:pt modelId="{7038940A-6FCB-447A-95D8-4A78F30A9C78}" type="sibTrans" cxnId="{FC8AC229-F2C8-4F0A-93C0-2C4743E55E0E}">
      <dgm:prSet/>
      <dgm:spPr/>
      <dgm:t>
        <a:bodyPr/>
        <a:lstStyle/>
        <a:p>
          <a:endParaRPr lang="en-US"/>
        </a:p>
      </dgm:t>
    </dgm:pt>
    <dgm:pt modelId="{8BAF7CD4-EE9E-4B3F-9D6D-5AD49804B1F3}" type="pres">
      <dgm:prSet presAssocID="{90DBECCF-CD83-4691-814E-5BF6AC089BE8}" presName="Name0" presStyleCnt="0">
        <dgm:presLayoutVars>
          <dgm:dir/>
          <dgm:resizeHandles val="exact"/>
        </dgm:presLayoutVars>
      </dgm:prSet>
      <dgm:spPr/>
    </dgm:pt>
    <dgm:pt modelId="{A5D28CD9-9BD6-41A5-923B-01D0275A5445}" type="pres">
      <dgm:prSet presAssocID="{844F2989-E8D5-49C9-9BED-ACB9010760C0}" presName="node" presStyleLbl="node1" presStyleIdx="0" presStyleCnt="4">
        <dgm:presLayoutVars>
          <dgm:bulletEnabled val="1"/>
        </dgm:presLayoutVars>
      </dgm:prSet>
      <dgm:spPr/>
    </dgm:pt>
    <dgm:pt modelId="{46CD059E-9C6E-45ED-8640-CCE697AD6B05}" type="pres">
      <dgm:prSet presAssocID="{014B1624-0BAA-403C-AE9B-FA8105C2E0E3}" presName="sibTrans" presStyleLbl="sibTrans2D1" presStyleIdx="0" presStyleCnt="3"/>
      <dgm:spPr/>
    </dgm:pt>
    <dgm:pt modelId="{1B05FC02-9D6D-4C70-B494-73A0B9AC3ADA}" type="pres">
      <dgm:prSet presAssocID="{014B1624-0BAA-403C-AE9B-FA8105C2E0E3}" presName="connectorText" presStyleLbl="sibTrans2D1" presStyleIdx="0" presStyleCnt="3"/>
      <dgm:spPr/>
    </dgm:pt>
    <dgm:pt modelId="{D9AC2CF6-CD51-4D5B-B7C1-0A86279567A6}" type="pres">
      <dgm:prSet presAssocID="{26A1B967-3C79-4C9A-AEA8-71E6A1103C47}" presName="node" presStyleLbl="node1" presStyleIdx="1" presStyleCnt="4">
        <dgm:presLayoutVars>
          <dgm:bulletEnabled val="1"/>
        </dgm:presLayoutVars>
      </dgm:prSet>
      <dgm:spPr/>
    </dgm:pt>
    <dgm:pt modelId="{F1846AD3-D22E-43A6-A99B-134A8B185373}" type="pres">
      <dgm:prSet presAssocID="{502D5D1A-81B4-4FC6-B39D-FA8F522D9485}" presName="sibTrans" presStyleLbl="sibTrans2D1" presStyleIdx="1" presStyleCnt="3"/>
      <dgm:spPr/>
    </dgm:pt>
    <dgm:pt modelId="{90A2526B-66DB-4752-A33C-C466FBFE6046}" type="pres">
      <dgm:prSet presAssocID="{502D5D1A-81B4-4FC6-B39D-FA8F522D9485}" presName="connectorText" presStyleLbl="sibTrans2D1" presStyleIdx="1" presStyleCnt="3"/>
      <dgm:spPr/>
    </dgm:pt>
    <dgm:pt modelId="{1F33A4F8-4F88-4C8B-BA38-3A692A43C682}" type="pres">
      <dgm:prSet presAssocID="{5F01E0E6-17AF-4E68-B615-6922CA8DFDD9}" presName="node" presStyleLbl="node1" presStyleIdx="2" presStyleCnt="4">
        <dgm:presLayoutVars>
          <dgm:bulletEnabled val="1"/>
        </dgm:presLayoutVars>
      </dgm:prSet>
      <dgm:spPr/>
    </dgm:pt>
    <dgm:pt modelId="{14DF72F3-C5D7-4693-B885-3ADC93A105B1}" type="pres">
      <dgm:prSet presAssocID="{DFC6C97A-D95B-4F33-97AF-9FCEC263FD9F}" presName="sibTrans" presStyleLbl="sibTrans2D1" presStyleIdx="2" presStyleCnt="3"/>
      <dgm:spPr/>
    </dgm:pt>
    <dgm:pt modelId="{8C93A6A9-AF6D-49BD-80C4-1811B724A23A}" type="pres">
      <dgm:prSet presAssocID="{DFC6C97A-D95B-4F33-97AF-9FCEC263FD9F}" presName="connectorText" presStyleLbl="sibTrans2D1" presStyleIdx="2" presStyleCnt="3"/>
      <dgm:spPr/>
    </dgm:pt>
    <dgm:pt modelId="{06B29D5A-6150-4504-84C3-9253F5F78CA2}" type="pres">
      <dgm:prSet presAssocID="{2963C479-82A1-41DB-9DD0-DA1DDF5769A0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12125C7-35DD-48C2-977D-6E815248FC76}" type="presOf" srcId="{DFC6C97A-D95B-4F33-97AF-9FCEC263FD9F}" destId="{8C93A6A9-AF6D-49BD-80C4-1811B724A23A}" srcOrd="1" destOrd="0" presId="urn:microsoft.com/office/officeart/2005/8/layout/process1"/>
    <dgm:cxn modelId="{C7FE4A8A-3638-4503-A9C4-C08E1AAFF646}" type="presOf" srcId="{90DBECCF-CD83-4691-814E-5BF6AC089BE8}" destId="{8BAF7CD4-EE9E-4B3F-9D6D-5AD49804B1F3}" srcOrd="0" destOrd="0" presId="urn:microsoft.com/office/officeart/2005/8/layout/process1"/>
    <dgm:cxn modelId="{0E2ECFEE-1B67-4CB5-8E2D-82095421E934}" type="presOf" srcId="{2963C479-82A1-41DB-9DD0-DA1DDF5769A0}" destId="{06B29D5A-6150-4504-84C3-9253F5F78CA2}" srcOrd="0" destOrd="0" presId="urn:microsoft.com/office/officeart/2005/8/layout/process1"/>
    <dgm:cxn modelId="{383C5E60-A093-42A2-B1F0-F624F334E15E}" type="presOf" srcId="{26A1B967-3C79-4C9A-AEA8-71E6A1103C47}" destId="{D9AC2CF6-CD51-4D5B-B7C1-0A86279567A6}" srcOrd="0" destOrd="0" presId="urn:microsoft.com/office/officeart/2005/8/layout/process1"/>
    <dgm:cxn modelId="{04251C1C-2715-486C-BD20-A6D17DAADFFF}" type="presOf" srcId="{5F01E0E6-17AF-4E68-B615-6922CA8DFDD9}" destId="{1F33A4F8-4F88-4C8B-BA38-3A692A43C682}" srcOrd="0" destOrd="0" presId="urn:microsoft.com/office/officeart/2005/8/layout/process1"/>
    <dgm:cxn modelId="{1184D805-1D74-4C9A-BC0C-97620F42FDAB}" srcId="{90DBECCF-CD83-4691-814E-5BF6AC089BE8}" destId="{844F2989-E8D5-49C9-9BED-ACB9010760C0}" srcOrd="0" destOrd="0" parTransId="{B247BF7B-6636-44D7-B2DB-9F30D12DFF95}" sibTransId="{014B1624-0BAA-403C-AE9B-FA8105C2E0E3}"/>
    <dgm:cxn modelId="{1671F63A-63E6-48BB-AA4E-A5B76081B3BB}" srcId="{90DBECCF-CD83-4691-814E-5BF6AC089BE8}" destId="{5F01E0E6-17AF-4E68-B615-6922CA8DFDD9}" srcOrd="2" destOrd="0" parTransId="{DF2A9EF8-D005-4F5E-A79D-53843BD691E3}" sibTransId="{DFC6C97A-D95B-4F33-97AF-9FCEC263FD9F}"/>
    <dgm:cxn modelId="{ED1C85DA-5DA8-4097-962E-343789063962}" type="presOf" srcId="{502D5D1A-81B4-4FC6-B39D-FA8F522D9485}" destId="{90A2526B-66DB-4752-A33C-C466FBFE6046}" srcOrd="1" destOrd="0" presId="urn:microsoft.com/office/officeart/2005/8/layout/process1"/>
    <dgm:cxn modelId="{2164E29C-3277-4697-BC85-A205BD9B17D8}" type="presOf" srcId="{014B1624-0BAA-403C-AE9B-FA8105C2E0E3}" destId="{46CD059E-9C6E-45ED-8640-CCE697AD6B05}" srcOrd="0" destOrd="0" presId="urn:microsoft.com/office/officeart/2005/8/layout/process1"/>
    <dgm:cxn modelId="{BF6F70D5-F8B8-4189-9686-30148B7C2721}" type="presOf" srcId="{014B1624-0BAA-403C-AE9B-FA8105C2E0E3}" destId="{1B05FC02-9D6D-4C70-B494-73A0B9AC3ADA}" srcOrd="1" destOrd="0" presId="urn:microsoft.com/office/officeart/2005/8/layout/process1"/>
    <dgm:cxn modelId="{FC8AC229-F2C8-4F0A-93C0-2C4743E55E0E}" srcId="{90DBECCF-CD83-4691-814E-5BF6AC089BE8}" destId="{2963C479-82A1-41DB-9DD0-DA1DDF5769A0}" srcOrd="3" destOrd="0" parTransId="{975F2B89-4C1C-4C53-9F8F-6FEC45D82B4E}" sibTransId="{7038940A-6FCB-447A-95D8-4A78F30A9C78}"/>
    <dgm:cxn modelId="{705F51C1-4097-425F-AEE5-54277463CA25}" type="presOf" srcId="{502D5D1A-81B4-4FC6-B39D-FA8F522D9485}" destId="{F1846AD3-D22E-43A6-A99B-134A8B185373}" srcOrd="0" destOrd="0" presId="urn:microsoft.com/office/officeart/2005/8/layout/process1"/>
    <dgm:cxn modelId="{F6AEA9A2-98EE-4B18-AC75-17E966B0DDBB}" srcId="{90DBECCF-CD83-4691-814E-5BF6AC089BE8}" destId="{26A1B967-3C79-4C9A-AEA8-71E6A1103C47}" srcOrd="1" destOrd="0" parTransId="{B7B6464F-BDB3-49C3-AA25-F6C48A6F2FF8}" sibTransId="{502D5D1A-81B4-4FC6-B39D-FA8F522D9485}"/>
    <dgm:cxn modelId="{C5E098FD-6CB5-4D04-9969-D5DB6CECE6CA}" type="presOf" srcId="{DFC6C97A-D95B-4F33-97AF-9FCEC263FD9F}" destId="{14DF72F3-C5D7-4693-B885-3ADC93A105B1}" srcOrd="0" destOrd="0" presId="urn:microsoft.com/office/officeart/2005/8/layout/process1"/>
    <dgm:cxn modelId="{19CBE11C-CBDF-46F6-B021-B203636CF5B4}" type="presOf" srcId="{844F2989-E8D5-49C9-9BED-ACB9010760C0}" destId="{A5D28CD9-9BD6-41A5-923B-01D0275A5445}" srcOrd="0" destOrd="0" presId="urn:microsoft.com/office/officeart/2005/8/layout/process1"/>
    <dgm:cxn modelId="{A1F24BBC-D692-48CA-8E10-7155F0F5306F}" type="presParOf" srcId="{8BAF7CD4-EE9E-4B3F-9D6D-5AD49804B1F3}" destId="{A5D28CD9-9BD6-41A5-923B-01D0275A5445}" srcOrd="0" destOrd="0" presId="urn:microsoft.com/office/officeart/2005/8/layout/process1"/>
    <dgm:cxn modelId="{9AED390E-BBA0-43CD-AEBB-3827B9A2A5ED}" type="presParOf" srcId="{8BAF7CD4-EE9E-4B3F-9D6D-5AD49804B1F3}" destId="{46CD059E-9C6E-45ED-8640-CCE697AD6B05}" srcOrd="1" destOrd="0" presId="urn:microsoft.com/office/officeart/2005/8/layout/process1"/>
    <dgm:cxn modelId="{006626D3-5429-4279-967F-D0692752DB8F}" type="presParOf" srcId="{46CD059E-9C6E-45ED-8640-CCE697AD6B05}" destId="{1B05FC02-9D6D-4C70-B494-73A0B9AC3ADA}" srcOrd="0" destOrd="0" presId="urn:microsoft.com/office/officeart/2005/8/layout/process1"/>
    <dgm:cxn modelId="{84C000BA-49D0-41D7-8820-C678F41D6507}" type="presParOf" srcId="{8BAF7CD4-EE9E-4B3F-9D6D-5AD49804B1F3}" destId="{D9AC2CF6-CD51-4D5B-B7C1-0A86279567A6}" srcOrd="2" destOrd="0" presId="urn:microsoft.com/office/officeart/2005/8/layout/process1"/>
    <dgm:cxn modelId="{0F233588-8991-42EF-B9FC-61BBCC362763}" type="presParOf" srcId="{8BAF7CD4-EE9E-4B3F-9D6D-5AD49804B1F3}" destId="{F1846AD3-D22E-43A6-A99B-134A8B185373}" srcOrd="3" destOrd="0" presId="urn:microsoft.com/office/officeart/2005/8/layout/process1"/>
    <dgm:cxn modelId="{6FBF2FED-2EF8-4E3E-8A56-3E4A1071B1ED}" type="presParOf" srcId="{F1846AD3-D22E-43A6-A99B-134A8B185373}" destId="{90A2526B-66DB-4752-A33C-C466FBFE6046}" srcOrd="0" destOrd="0" presId="urn:microsoft.com/office/officeart/2005/8/layout/process1"/>
    <dgm:cxn modelId="{190D0753-A046-434F-9C9C-EB1B12347C83}" type="presParOf" srcId="{8BAF7CD4-EE9E-4B3F-9D6D-5AD49804B1F3}" destId="{1F33A4F8-4F88-4C8B-BA38-3A692A43C682}" srcOrd="4" destOrd="0" presId="urn:microsoft.com/office/officeart/2005/8/layout/process1"/>
    <dgm:cxn modelId="{59E2D173-E2C4-412E-8DDB-3548F4056DC5}" type="presParOf" srcId="{8BAF7CD4-EE9E-4B3F-9D6D-5AD49804B1F3}" destId="{14DF72F3-C5D7-4693-B885-3ADC93A105B1}" srcOrd="5" destOrd="0" presId="urn:microsoft.com/office/officeart/2005/8/layout/process1"/>
    <dgm:cxn modelId="{EFB015AE-C565-4AE8-BFDD-57BB23713AC6}" type="presParOf" srcId="{14DF72F3-C5D7-4693-B885-3ADC93A105B1}" destId="{8C93A6A9-AF6D-49BD-80C4-1811B724A23A}" srcOrd="0" destOrd="0" presId="urn:microsoft.com/office/officeart/2005/8/layout/process1"/>
    <dgm:cxn modelId="{97E89510-A86F-455C-BB3E-592097229DBF}" type="presParOf" srcId="{8BAF7CD4-EE9E-4B3F-9D6D-5AD49804B1F3}" destId="{06B29D5A-6150-4504-84C3-9253F5F78CA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0BA4E0-F980-4096-9370-EF0FC9FB5ED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6AC69A-75BA-4CEF-9360-E47AEE7E806B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smtClean="0"/>
            <a:t>Workflow Overview</a:t>
          </a:r>
          <a:endParaRPr lang="en-US"/>
        </a:p>
      </dgm:t>
    </dgm:pt>
    <dgm:pt modelId="{11315EFD-BBEA-4570-BF41-BD803E8658EB}" type="parTrans" cxnId="{18842F4E-6171-47F5-8BD7-B50128579DD0}">
      <dgm:prSet/>
      <dgm:spPr/>
      <dgm:t>
        <a:bodyPr/>
        <a:lstStyle/>
        <a:p>
          <a:endParaRPr lang="en-US"/>
        </a:p>
      </dgm:t>
    </dgm:pt>
    <dgm:pt modelId="{E4625301-044B-41CE-8A20-955E57E87A5A}" type="sibTrans" cxnId="{18842F4E-6171-47F5-8BD7-B50128579DD0}">
      <dgm:prSet/>
      <dgm:spPr/>
      <dgm:t>
        <a:bodyPr/>
        <a:lstStyle/>
        <a:p>
          <a:endParaRPr lang="en-US"/>
        </a:p>
      </dgm:t>
    </dgm:pt>
    <dgm:pt modelId="{47D5A99B-C580-43A7-BED4-FF24524934D6}">
      <dgm:prSet/>
      <dgm:spPr/>
      <dgm:t>
        <a:bodyPr/>
        <a:lstStyle/>
        <a:p>
          <a:pPr rtl="0"/>
          <a:r>
            <a:rPr lang="en-US" smtClean="0"/>
            <a:t>User uploads a lab report through the </a:t>
          </a:r>
          <a:r>
            <a:rPr lang="en-US" b="1" smtClean="0"/>
            <a:t>Streamlit UI</a:t>
          </a:r>
          <a:r>
            <a:rPr lang="en-US" smtClean="0"/>
            <a:t>.</a:t>
          </a:r>
          <a:endParaRPr lang="en-US"/>
        </a:p>
      </dgm:t>
    </dgm:pt>
    <dgm:pt modelId="{DE3574D0-B20C-4806-BD5A-8BB402A2DFD2}" type="parTrans" cxnId="{33B2E7B0-3BED-41B6-8823-23C21BF6264F}">
      <dgm:prSet/>
      <dgm:spPr/>
      <dgm:t>
        <a:bodyPr/>
        <a:lstStyle/>
        <a:p>
          <a:endParaRPr lang="en-US"/>
        </a:p>
      </dgm:t>
    </dgm:pt>
    <dgm:pt modelId="{C8CF872D-5877-4641-90BA-E310E85E6A78}" type="sibTrans" cxnId="{33B2E7B0-3BED-41B6-8823-23C21BF6264F}">
      <dgm:prSet/>
      <dgm:spPr/>
      <dgm:t>
        <a:bodyPr/>
        <a:lstStyle/>
        <a:p>
          <a:endParaRPr lang="en-US"/>
        </a:p>
      </dgm:t>
    </dgm:pt>
    <dgm:pt modelId="{A9E6A439-2DAE-4B83-9549-7B971ADC1C8A}">
      <dgm:prSet/>
      <dgm:spPr/>
      <dgm:t>
        <a:bodyPr/>
        <a:lstStyle/>
        <a:p>
          <a:pPr rtl="0"/>
          <a:r>
            <a:rPr lang="en-US" smtClean="0"/>
            <a:t>Image is passed to the </a:t>
          </a:r>
          <a:r>
            <a:rPr lang="en-US" b="1" smtClean="0"/>
            <a:t>YOLOv3 model</a:t>
          </a:r>
          <a:r>
            <a:rPr lang="en-US" smtClean="0"/>
            <a:t> to detect text fields.</a:t>
          </a:r>
          <a:endParaRPr lang="en-US"/>
        </a:p>
      </dgm:t>
    </dgm:pt>
    <dgm:pt modelId="{4ADAF6D6-9E2D-412A-A036-F5E2ED2E20FC}" type="parTrans" cxnId="{12C59029-4747-483A-837A-8811C31F263A}">
      <dgm:prSet/>
      <dgm:spPr/>
      <dgm:t>
        <a:bodyPr/>
        <a:lstStyle/>
        <a:p>
          <a:endParaRPr lang="en-US"/>
        </a:p>
      </dgm:t>
    </dgm:pt>
    <dgm:pt modelId="{3D10820B-5FEB-49FF-865A-14BDFD2A65B4}" type="sibTrans" cxnId="{12C59029-4747-483A-837A-8811C31F263A}">
      <dgm:prSet/>
      <dgm:spPr/>
      <dgm:t>
        <a:bodyPr/>
        <a:lstStyle/>
        <a:p>
          <a:endParaRPr lang="en-US"/>
        </a:p>
      </dgm:t>
    </dgm:pt>
    <dgm:pt modelId="{59C9E8A7-945E-4660-8CEC-1D7A1B8C3F69}">
      <dgm:prSet/>
      <dgm:spPr/>
      <dgm:t>
        <a:bodyPr/>
        <a:lstStyle/>
        <a:p>
          <a:pPr rtl="0"/>
          <a:r>
            <a:rPr lang="en-US" smtClean="0"/>
            <a:t>Detected fields are cropped and sent to </a:t>
          </a:r>
          <a:r>
            <a:rPr lang="en-US" b="1" smtClean="0"/>
            <a:t>Tesseract OCR</a:t>
          </a:r>
          <a:r>
            <a:rPr lang="en-US" smtClean="0"/>
            <a:t> for text extraction.</a:t>
          </a:r>
          <a:endParaRPr lang="en-US"/>
        </a:p>
      </dgm:t>
    </dgm:pt>
    <dgm:pt modelId="{B3D049DA-6B59-4A5A-A681-2A25E4FC9288}" type="parTrans" cxnId="{A821C3A3-A054-442B-8BA7-D89E6BD26E16}">
      <dgm:prSet/>
      <dgm:spPr/>
      <dgm:t>
        <a:bodyPr/>
        <a:lstStyle/>
        <a:p>
          <a:endParaRPr lang="en-US"/>
        </a:p>
      </dgm:t>
    </dgm:pt>
    <dgm:pt modelId="{529C9572-7B65-4380-876E-01A9EC85EB94}" type="sibTrans" cxnId="{A821C3A3-A054-442B-8BA7-D89E6BD26E16}">
      <dgm:prSet/>
      <dgm:spPr/>
      <dgm:t>
        <a:bodyPr/>
        <a:lstStyle/>
        <a:p>
          <a:endParaRPr lang="en-US"/>
        </a:p>
      </dgm:t>
    </dgm:pt>
    <dgm:pt modelId="{A3F862D1-0639-4D55-9142-87CE891F9A36}">
      <dgm:prSet/>
      <dgm:spPr/>
      <dgm:t>
        <a:bodyPr/>
        <a:lstStyle/>
        <a:p>
          <a:pPr rtl="0"/>
          <a:r>
            <a:rPr lang="en-US" smtClean="0"/>
            <a:t>Extracted text is structured (JSON, CSV, or PDF).</a:t>
          </a:r>
          <a:endParaRPr lang="en-US"/>
        </a:p>
      </dgm:t>
    </dgm:pt>
    <dgm:pt modelId="{9EFE6917-7970-4688-A517-5B65B42F2B93}" type="parTrans" cxnId="{1AD8DC58-E9DD-4FC9-86E7-436E46AE5A10}">
      <dgm:prSet/>
      <dgm:spPr/>
      <dgm:t>
        <a:bodyPr/>
        <a:lstStyle/>
        <a:p>
          <a:endParaRPr lang="en-US"/>
        </a:p>
      </dgm:t>
    </dgm:pt>
    <dgm:pt modelId="{21BFBE51-5BBC-44B5-85D8-61794FE0D269}" type="sibTrans" cxnId="{1AD8DC58-E9DD-4FC9-86E7-436E46AE5A10}">
      <dgm:prSet/>
      <dgm:spPr/>
      <dgm:t>
        <a:bodyPr/>
        <a:lstStyle/>
        <a:p>
          <a:endParaRPr lang="en-US"/>
        </a:p>
      </dgm:t>
    </dgm:pt>
    <dgm:pt modelId="{09D79A92-E0D6-4E08-AD69-CEC926335672}">
      <dgm:prSet/>
      <dgm:spPr/>
      <dgm:t>
        <a:bodyPr/>
        <a:lstStyle/>
        <a:p>
          <a:pPr rtl="0"/>
          <a:r>
            <a:rPr lang="en-US" smtClean="0"/>
            <a:t>Results are automatically stored and downloadable via </a:t>
          </a:r>
          <a:r>
            <a:rPr lang="en-US" b="1" smtClean="0"/>
            <a:t>cloud integration</a:t>
          </a:r>
          <a:endParaRPr lang="en-US"/>
        </a:p>
      </dgm:t>
    </dgm:pt>
    <dgm:pt modelId="{46D79658-5493-4308-B916-774B9622B691}" type="parTrans" cxnId="{3295E654-95A5-4BDA-B97F-49A29D4D336E}">
      <dgm:prSet/>
      <dgm:spPr/>
      <dgm:t>
        <a:bodyPr/>
        <a:lstStyle/>
        <a:p>
          <a:endParaRPr lang="en-US"/>
        </a:p>
      </dgm:t>
    </dgm:pt>
    <dgm:pt modelId="{34EAA0C2-19CD-47E4-899A-AE39042225A5}" type="sibTrans" cxnId="{3295E654-95A5-4BDA-B97F-49A29D4D336E}">
      <dgm:prSet/>
      <dgm:spPr/>
      <dgm:t>
        <a:bodyPr/>
        <a:lstStyle/>
        <a:p>
          <a:endParaRPr lang="en-US"/>
        </a:p>
      </dgm:t>
    </dgm:pt>
    <dgm:pt modelId="{380325B0-2D4E-4C94-9494-DDC22C4DBD59}" type="pres">
      <dgm:prSet presAssocID="{410BA4E0-F980-4096-9370-EF0FC9FB5EDE}" presName="Name0" presStyleCnt="0">
        <dgm:presLayoutVars>
          <dgm:chMax val="7"/>
          <dgm:chPref val="7"/>
          <dgm:dir/>
        </dgm:presLayoutVars>
      </dgm:prSet>
      <dgm:spPr/>
    </dgm:pt>
    <dgm:pt modelId="{EE06B260-D765-4D12-9817-7684B1EB3FDB}" type="pres">
      <dgm:prSet presAssocID="{410BA4E0-F980-4096-9370-EF0FC9FB5EDE}" presName="Name1" presStyleCnt="0"/>
      <dgm:spPr/>
    </dgm:pt>
    <dgm:pt modelId="{85BCF376-F410-425D-AC70-49CE6A6D99E7}" type="pres">
      <dgm:prSet presAssocID="{410BA4E0-F980-4096-9370-EF0FC9FB5EDE}" presName="cycle" presStyleCnt="0"/>
      <dgm:spPr/>
    </dgm:pt>
    <dgm:pt modelId="{BF9AC3B1-AC17-4B0F-A495-5FBD2A01E143}" type="pres">
      <dgm:prSet presAssocID="{410BA4E0-F980-4096-9370-EF0FC9FB5EDE}" presName="srcNode" presStyleLbl="node1" presStyleIdx="0" presStyleCnt="6"/>
      <dgm:spPr/>
    </dgm:pt>
    <dgm:pt modelId="{85EFB150-3833-42D3-9258-EAD31AE43108}" type="pres">
      <dgm:prSet presAssocID="{410BA4E0-F980-4096-9370-EF0FC9FB5EDE}" presName="conn" presStyleLbl="parChTrans1D2" presStyleIdx="0" presStyleCnt="1"/>
      <dgm:spPr/>
    </dgm:pt>
    <dgm:pt modelId="{EED11CAE-08DA-4FF8-A5A1-9A382FD13913}" type="pres">
      <dgm:prSet presAssocID="{410BA4E0-F980-4096-9370-EF0FC9FB5EDE}" presName="extraNode" presStyleLbl="node1" presStyleIdx="0" presStyleCnt="6"/>
      <dgm:spPr/>
    </dgm:pt>
    <dgm:pt modelId="{15A7A7B0-CDBA-493E-83C8-677B27F1785E}" type="pres">
      <dgm:prSet presAssocID="{410BA4E0-F980-4096-9370-EF0FC9FB5EDE}" presName="dstNode" presStyleLbl="node1" presStyleIdx="0" presStyleCnt="6"/>
      <dgm:spPr/>
    </dgm:pt>
    <dgm:pt modelId="{8B138123-829F-4625-ABF1-23A377FC6B8D}" type="pres">
      <dgm:prSet presAssocID="{8F6AC69A-75BA-4CEF-9360-E47AEE7E806B}" presName="text_1" presStyleLbl="node1" presStyleIdx="0" presStyleCnt="6" custScaleX="46899" custScaleY="155858" custLinFactNeighborX="-23499" custLinFactNeighborY="0">
        <dgm:presLayoutVars>
          <dgm:bulletEnabled val="1"/>
        </dgm:presLayoutVars>
      </dgm:prSet>
      <dgm:spPr/>
    </dgm:pt>
    <dgm:pt modelId="{2E650130-1F47-4AA5-BBEC-8DFC53C39699}" type="pres">
      <dgm:prSet presAssocID="{8F6AC69A-75BA-4CEF-9360-E47AEE7E806B}" presName="accent_1" presStyleCnt="0"/>
      <dgm:spPr/>
    </dgm:pt>
    <dgm:pt modelId="{9B18F8E8-70F3-4879-9135-AC0DF7258B24}" type="pres">
      <dgm:prSet presAssocID="{8F6AC69A-75BA-4CEF-9360-E47AEE7E806B}" presName="accentRepeatNode" presStyleLbl="solidFgAcc1" presStyleIdx="0" presStyleCnt="6"/>
      <dgm:spPr/>
    </dgm:pt>
    <dgm:pt modelId="{66307EC5-10F0-4DE5-A523-E1EF7C74E35E}" type="pres">
      <dgm:prSet presAssocID="{47D5A99B-C580-43A7-BED4-FF24524934D6}" presName="text_2" presStyleLbl="node1" presStyleIdx="1" presStyleCnt="6">
        <dgm:presLayoutVars>
          <dgm:bulletEnabled val="1"/>
        </dgm:presLayoutVars>
      </dgm:prSet>
      <dgm:spPr/>
    </dgm:pt>
    <dgm:pt modelId="{1FDCCB5F-C1EE-4792-9194-F6D0F9F02741}" type="pres">
      <dgm:prSet presAssocID="{47D5A99B-C580-43A7-BED4-FF24524934D6}" presName="accent_2" presStyleCnt="0"/>
      <dgm:spPr/>
    </dgm:pt>
    <dgm:pt modelId="{C80EA193-F7AC-4702-8DEA-58A9267F22E3}" type="pres">
      <dgm:prSet presAssocID="{47D5A99B-C580-43A7-BED4-FF24524934D6}" presName="accentRepeatNode" presStyleLbl="solidFgAcc1" presStyleIdx="1" presStyleCnt="6"/>
      <dgm:spPr/>
    </dgm:pt>
    <dgm:pt modelId="{770BE115-97AB-4B22-888E-DF1C50D10EB2}" type="pres">
      <dgm:prSet presAssocID="{A9E6A439-2DAE-4B83-9549-7B971ADC1C8A}" presName="text_3" presStyleLbl="node1" presStyleIdx="2" presStyleCnt="6">
        <dgm:presLayoutVars>
          <dgm:bulletEnabled val="1"/>
        </dgm:presLayoutVars>
      </dgm:prSet>
      <dgm:spPr/>
    </dgm:pt>
    <dgm:pt modelId="{B50A6833-1643-46DD-BFF8-1A3261B54C18}" type="pres">
      <dgm:prSet presAssocID="{A9E6A439-2DAE-4B83-9549-7B971ADC1C8A}" presName="accent_3" presStyleCnt="0"/>
      <dgm:spPr/>
    </dgm:pt>
    <dgm:pt modelId="{EA6FB45E-4DDE-4F28-B611-1C8C3244F562}" type="pres">
      <dgm:prSet presAssocID="{A9E6A439-2DAE-4B83-9549-7B971ADC1C8A}" presName="accentRepeatNode" presStyleLbl="solidFgAcc1" presStyleIdx="2" presStyleCnt="6"/>
      <dgm:spPr/>
    </dgm:pt>
    <dgm:pt modelId="{2BA7EB2C-3DC0-4F5B-8F37-7D263E2F8778}" type="pres">
      <dgm:prSet presAssocID="{59C9E8A7-945E-4660-8CEC-1D7A1B8C3F69}" presName="text_4" presStyleLbl="node1" presStyleIdx="3" presStyleCnt="6">
        <dgm:presLayoutVars>
          <dgm:bulletEnabled val="1"/>
        </dgm:presLayoutVars>
      </dgm:prSet>
      <dgm:spPr/>
    </dgm:pt>
    <dgm:pt modelId="{F8FF9C31-C625-48E8-9A96-D0207B93C503}" type="pres">
      <dgm:prSet presAssocID="{59C9E8A7-945E-4660-8CEC-1D7A1B8C3F69}" presName="accent_4" presStyleCnt="0"/>
      <dgm:spPr/>
    </dgm:pt>
    <dgm:pt modelId="{9599047C-9E55-4EA9-ABA2-54C05AB13E6E}" type="pres">
      <dgm:prSet presAssocID="{59C9E8A7-945E-4660-8CEC-1D7A1B8C3F69}" presName="accentRepeatNode" presStyleLbl="solidFgAcc1" presStyleIdx="3" presStyleCnt="6"/>
      <dgm:spPr/>
    </dgm:pt>
    <dgm:pt modelId="{0314FE14-C810-4E15-8F38-3450AC02A4FC}" type="pres">
      <dgm:prSet presAssocID="{A3F862D1-0639-4D55-9142-87CE891F9A36}" presName="text_5" presStyleLbl="node1" presStyleIdx="4" presStyleCnt="6">
        <dgm:presLayoutVars>
          <dgm:bulletEnabled val="1"/>
        </dgm:presLayoutVars>
      </dgm:prSet>
      <dgm:spPr/>
    </dgm:pt>
    <dgm:pt modelId="{8DB5B3FB-FF37-4CE2-B427-8CCD42065133}" type="pres">
      <dgm:prSet presAssocID="{A3F862D1-0639-4D55-9142-87CE891F9A36}" presName="accent_5" presStyleCnt="0"/>
      <dgm:spPr/>
    </dgm:pt>
    <dgm:pt modelId="{7461BB39-11C3-4214-8F0B-F0F98BE6D70F}" type="pres">
      <dgm:prSet presAssocID="{A3F862D1-0639-4D55-9142-87CE891F9A36}" presName="accentRepeatNode" presStyleLbl="solidFgAcc1" presStyleIdx="4" presStyleCnt="6"/>
      <dgm:spPr/>
    </dgm:pt>
    <dgm:pt modelId="{AB33183D-6F44-441F-80B5-1B0E59B63FFA}" type="pres">
      <dgm:prSet presAssocID="{09D79A92-E0D6-4E08-AD69-CEC926335672}" presName="text_6" presStyleLbl="node1" presStyleIdx="5" presStyleCnt="6">
        <dgm:presLayoutVars>
          <dgm:bulletEnabled val="1"/>
        </dgm:presLayoutVars>
      </dgm:prSet>
      <dgm:spPr/>
    </dgm:pt>
    <dgm:pt modelId="{BDA3CF2E-FCD2-408A-9AB2-85636E1EDDA8}" type="pres">
      <dgm:prSet presAssocID="{09D79A92-E0D6-4E08-AD69-CEC926335672}" presName="accent_6" presStyleCnt="0"/>
      <dgm:spPr/>
    </dgm:pt>
    <dgm:pt modelId="{6C07C491-7439-4741-91EB-F6A247910D43}" type="pres">
      <dgm:prSet presAssocID="{09D79A92-E0D6-4E08-AD69-CEC926335672}" presName="accentRepeatNode" presStyleLbl="solidFgAcc1" presStyleIdx="5" presStyleCnt="6"/>
      <dgm:spPr/>
    </dgm:pt>
  </dgm:ptLst>
  <dgm:cxnLst>
    <dgm:cxn modelId="{8B196A9C-A767-40AE-9BBA-6085F4A2F02D}" type="presOf" srcId="{09D79A92-E0D6-4E08-AD69-CEC926335672}" destId="{AB33183D-6F44-441F-80B5-1B0E59B63FFA}" srcOrd="0" destOrd="0" presId="urn:microsoft.com/office/officeart/2008/layout/VerticalCurvedList"/>
    <dgm:cxn modelId="{B62A0A01-D943-46BE-9006-B9FC6C764491}" type="presOf" srcId="{47D5A99B-C580-43A7-BED4-FF24524934D6}" destId="{66307EC5-10F0-4DE5-A523-E1EF7C74E35E}" srcOrd="0" destOrd="0" presId="urn:microsoft.com/office/officeart/2008/layout/VerticalCurvedList"/>
    <dgm:cxn modelId="{66662470-3BE5-406D-84B7-43F8CBEE4CE5}" type="presOf" srcId="{E4625301-044B-41CE-8A20-955E57E87A5A}" destId="{85EFB150-3833-42D3-9258-EAD31AE43108}" srcOrd="0" destOrd="0" presId="urn:microsoft.com/office/officeart/2008/layout/VerticalCurvedList"/>
    <dgm:cxn modelId="{33B2E7B0-3BED-41B6-8823-23C21BF6264F}" srcId="{410BA4E0-F980-4096-9370-EF0FC9FB5EDE}" destId="{47D5A99B-C580-43A7-BED4-FF24524934D6}" srcOrd="1" destOrd="0" parTransId="{DE3574D0-B20C-4806-BD5A-8BB402A2DFD2}" sibTransId="{C8CF872D-5877-4641-90BA-E310E85E6A78}"/>
    <dgm:cxn modelId="{12C59029-4747-483A-837A-8811C31F263A}" srcId="{410BA4E0-F980-4096-9370-EF0FC9FB5EDE}" destId="{A9E6A439-2DAE-4B83-9549-7B971ADC1C8A}" srcOrd="2" destOrd="0" parTransId="{4ADAF6D6-9E2D-412A-A036-F5E2ED2E20FC}" sibTransId="{3D10820B-5FEB-49FF-865A-14BDFD2A65B4}"/>
    <dgm:cxn modelId="{18842F4E-6171-47F5-8BD7-B50128579DD0}" srcId="{410BA4E0-F980-4096-9370-EF0FC9FB5EDE}" destId="{8F6AC69A-75BA-4CEF-9360-E47AEE7E806B}" srcOrd="0" destOrd="0" parTransId="{11315EFD-BBEA-4570-BF41-BD803E8658EB}" sibTransId="{E4625301-044B-41CE-8A20-955E57E87A5A}"/>
    <dgm:cxn modelId="{40BB7417-8E53-43F0-97DC-32131C386788}" type="presOf" srcId="{59C9E8A7-945E-4660-8CEC-1D7A1B8C3F69}" destId="{2BA7EB2C-3DC0-4F5B-8F37-7D263E2F8778}" srcOrd="0" destOrd="0" presId="urn:microsoft.com/office/officeart/2008/layout/VerticalCurvedList"/>
    <dgm:cxn modelId="{3295E654-95A5-4BDA-B97F-49A29D4D336E}" srcId="{410BA4E0-F980-4096-9370-EF0FC9FB5EDE}" destId="{09D79A92-E0D6-4E08-AD69-CEC926335672}" srcOrd="5" destOrd="0" parTransId="{46D79658-5493-4308-B916-774B9622B691}" sibTransId="{34EAA0C2-19CD-47E4-899A-AE39042225A5}"/>
    <dgm:cxn modelId="{1AD8DC58-E9DD-4FC9-86E7-436E46AE5A10}" srcId="{410BA4E0-F980-4096-9370-EF0FC9FB5EDE}" destId="{A3F862D1-0639-4D55-9142-87CE891F9A36}" srcOrd="4" destOrd="0" parTransId="{9EFE6917-7970-4688-A517-5B65B42F2B93}" sibTransId="{21BFBE51-5BBC-44B5-85D8-61794FE0D269}"/>
    <dgm:cxn modelId="{3C95F481-054D-4983-BC01-A0F9C63C1EE2}" type="presOf" srcId="{A9E6A439-2DAE-4B83-9549-7B971ADC1C8A}" destId="{770BE115-97AB-4B22-888E-DF1C50D10EB2}" srcOrd="0" destOrd="0" presId="urn:microsoft.com/office/officeart/2008/layout/VerticalCurvedList"/>
    <dgm:cxn modelId="{6C4D95EF-AE05-4E75-B886-8FFBD8CF7F8C}" type="presOf" srcId="{8F6AC69A-75BA-4CEF-9360-E47AEE7E806B}" destId="{8B138123-829F-4625-ABF1-23A377FC6B8D}" srcOrd="0" destOrd="0" presId="urn:microsoft.com/office/officeart/2008/layout/VerticalCurvedList"/>
    <dgm:cxn modelId="{348FEAF6-9436-4F1F-AF09-9580311D07D6}" type="presOf" srcId="{410BA4E0-F980-4096-9370-EF0FC9FB5EDE}" destId="{380325B0-2D4E-4C94-9494-DDC22C4DBD59}" srcOrd="0" destOrd="0" presId="urn:microsoft.com/office/officeart/2008/layout/VerticalCurvedList"/>
    <dgm:cxn modelId="{91054FD0-B8F3-4515-A35A-C54055FE5141}" type="presOf" srcId="{A3F862D1-0639-4D55-9142-87CE891F9A36}" destId="{0314FE14-C810-4E15-8F38-3450AC02A4FC}" srcOrd="0" destOrd="0" presId="urn:microsoft.com/office/officeart/2008/layout/VerticalCurvedList"/>
    <dgm:cxn modelId="{A821C3A3-A054-442B-8BA7-D89E6BD26E16}" srcId="{410BA4E0-F980-4096-9370-EF0FC9FB5EDE}" destId="{59C9E8A7-945E-4660-8CEC-1D7A1B8C3F69}" srcOrd="3" destOrd="0" parTransId="{B3D049DA-6B59-4A5A-A681-2A25E4FC9288}" sibTransId="{529C9572-7B65-4380-876E-01A9EC85EB94}"/>
    <dgm:cxn modelId="{035614A7-0D1B-4829-BB7E-8B3879A45918}" type="presParOf" srcId="{380325B0-2D4E-4C94-9494-DDC22C4DBD59}" destId="{EE06B260-D765-4D12-9817-7684B1EB3FDB}" srcOrd="0" destOrd="0" presId="urn:microsoft.com/office/officeart/2008/layout/VerticalCurvedList"/>
    <dgm:cxn modelId="{3DD674D3-3340-4DD2-AC6D-876F018BCC0F}" type="presParOf" srcId="{EE06B260-D765-4D12-9817-7684B1EB3FDB}" destId="{85BCF376-F410-425D-AC70-49CE6A6D99E7}" srcOrd="0" destOrd="0" presId="urn:microsoft.com/office/officeart/2008/layout/VerticalCurvedList"/>
    <dgm:cxn modelId="{8A4B0A60-CE3C-463B-A545-A22AC732214B}" type="presParOf" srcId="{85BCF376-F410-425D-AC70-49CE6A6D99E7}" destId="{BF9AC3B1-AC17-4B0F-A495-5FBD2A01E143}" srcOrd="0" destOrd="0" presId="urn:microsoft.com/office/officeart/2008/layout/VerticalCurvedList"/>
    <dgm:cxn modelId="{28D06D3C-69ED-47F9-AFB9-2CC22C0BF3AD}" type="presParOf" srcId="{85BCF376-F410-425D-AC70-49CE6A6D99E7}" destId="{85EFB150-3833-42D3-9258-EAD31AE43108}" srcOrd="1" destOrd="0" presId="urn:microsoft.com/office/officeart/2008/layout/VerticalCurvedList"/>
    <dgm:cxn modelId="{9822686D-64B3-4ABE-888F-FEE85E0C9345}" type="presParOf" srcId="{85BCF376-F410-425D-AC70-49CE6A6D99E7}" destId="{EED11CAE-08DA-4FF8-A5A1-9A382FD13913}" srcOrd="2" destOrd="0" presId="urn:microsoft.com/office/officeart/2008/layout/VerticalCurvedList"/>
    <dgm:cxn modelId="{F41F3E18-20DC-40D6-8E06-2486E086A439}" type="presParOf" srcId="{85BCF376-F410-425D-AC70-49CE6A6D99E7}" destId="{15A7A7B0-CDBA-493E-83C8-677B27F1785E}" srcOrd="3" destOrd="0" presId="urn:microsoft.com/office/officeart/2008/layout/VerticalCurvedList"/>
    <dgm:cxn modelId="{265D567C-09AD-48DD-8FEA-8BB9E9F2AEF8}" type="presParOf" srcId="{EE06B260-D765-4D12-9817-7684B1EB3FDB}" destId="{8B138123-829F-4625-ABF1-23A377FC6B8D}" srcOrd="1" destOrd="0" presId="urn:microsoft.com/office/officeart/2008/layout/VerticalCurvedList"/>
    <dgm:cxn modelId="{AE0D44BF-5F8F-4364-9695-5496202BCE7A}" type="presParOf" srcId="{EE06B260-D765-4D12-9817-7684B1EB3FDB}" destId="{2E650130-1F47-4AA5-BBEC-8DFC53C39699}" srcOrd="2" destOrd="0" presId="urn:microsoft.com/office/officeart/2008/layout/VerticalCurvedList"/>
    <dgm:cxn modelId="{5E981C0B-CD47-4399-8E95-8C15F03E6C84}" type="presParOf" srcId="{2E650130-1F47-4AA5-BBEC-8DFC53C39699}" destId="{9B18F8E8-70F3-4879-9135-AC0DF7258B24}" srcOrd="0" destOrd="0" presId="urn:microsoft.com/office/officeart/2008/layout/VerticalCurvedList"/>
    <dgm:cxn modelId="{B7D6743F-AD80-4969-9204-B04F4E1CF68E}" type="presParOf" srcId="{EE06B260-D765-4D12-9817-7684B1EB3FDB}" destId="{66307EC5-10F0-4DE5-A523-E1EF7C74E35E}" srcOrd="3" destOrd="0" presId="urn:microsoft.com/office/officeart/2008/layout/VerticalCurvedList"/>
    <dgm:cxn modelId="{294F2C9A-514A-4361-ACF3-B32B97B7E2FB}" type="presParOf" srcId="{EE06B260-D765-4D12-9817-7684B1EB3FDB}" destId="{1FDCCB5F-C1EE-4792-9194-F6D0F9F02741}" srcOrd="4" destOrd="0" presId="urn:microsoft.com/office/officeart/2008/layout/VerticalCurvedList"/>
    <dgm:cxn modelId="{234180BB-C956-4E0B-BCC9-C385A8A78C08}" type="presParOf" srcId="{1FDCCB5F-C1EE-4792-9194-F6D0F9F02741}" destId="{C80EA193-F7AC-4702-8DEA-58A9267F22E3}" srcOrd="0" destOrd="0" presId="urn:microsoft.com/office/officeart/2008/layout/VerticalCurvedList"/>
    <dgm:cxn modelId="{A4D40A3B-2C22-4BF4-94E2-83A9506A39E2}" type="presParOf" srcId="{EE06B260-D765-4D12-9817-7684B1EB3FDB}" destId="{770BE115-97AB-4B22-888E-DF1C50D10EB2}" srcOrd="5" destOrd="0" presId="urn:microsoft.com/office/officeart/2008/layout/VerticalCurvedList"/>
    <dgm:cxn modelId="{D04ABE0A-235D-44B2-9B5D-FA9EED0A8C41}" type="presParOf" srcId="{EE06B260-D765-4D12-9817-7684B1EB3FDB}" destId="{B50A6833-1643-46DD-BFF8-1A3261B54C18}" srcOrd="6" destOrd="0" presId="urn:microsoft.com/office/officeart/2008/layout/VerticalCurvedList"/>
    <dgm:cxn modelId="{14C3DC84-6877-4639-A3B1-99BF267C7667}" type="presParOf" srcId="{B50A6833-1643-46DD-BFF8-1A3261B54C18}" destId="{EA6FB45E-4DDE-4F28-B611-1C8C3244F562}" srcOrd="0" destOrd="0" presId="urn:microsoft.com/office/officeart/2008/layout/VerticalCurvedList"/>
    <dgm:cxn modelId="{F22C9811-1F30-4F77-AE24-C753B9DCA35A}" type="presParOf" srcId="{EE06B260-D765-4D12-9817-7684B1EB3FDB}" destId="{2BA7EB2C-3DC0-4F5B-8F37-7D263E2F8778}" srcOrd="7" destOrd="0" presId="urn:microsoft.com/office/officeart/2008/layout/VerticalCurvedList"/>
    <dgm:cxn modelId="{AA60E692-9396-4A33-9EE7-D4345D58AAF0}" type="presParOf" srcId="{EE06B260-D765-4D12-9817-7684B1EB3FDB}" destId="{F8FF9C31-C625-48E8-9A96-D0207B93C503}" srcOrd="8" destOrd="0" presId="urn:microsoft.com/office/officeart/2008/layout/VerticalCurvedList"/>
    <dgm:cxn modelId="{8003C7A1-59A8-4F36-8938-B82127CE3CC0}" type="presParOf" srcId="{F8FF9C31-C625-48E8-9A96-D0207B93C503}" destId="{9599047C-9E55-4EA9-ABA2-54C05AB13E6E}" srcOrd="0" destOrd="0" presId="urn:microsoft.com/office/officeart/2008/layout/VerticalCurvedList"/>
    <dgm:cxn modelId="{F9A4FEB4-D32B-4A72-8EBF-FFD1C65E0462}" type="presParOf" srcId="{EE06B260-D765-4D12-9817-7684B1EB3FDB}" destId="{0314FE14-C810-4E15-8F38-3450AC02A4FC}" srcOrd="9" destOrd="0" presId="urn:microsoft.com/office/officeart/2008/layout/VerticalCurvedList"/>
    <dgm:cxn modelId="{C405C5C6-CFF9-48A0-80B0-8B502973F108}" type="presParOf" srcId="{EE06B260-D765-4D12-9817-7684B1EB3FDB}" destId="{8DB5B3FB-FF37-4CE2-B427-8CCD42065133}" srcOrd="10" destOrd="0" presId="urn:microsoft.com/office/officeart/2008/layout/VerticalCurvedList"/>
    <dgm:cxn modelId="{A070923E-07EF-49E6-899E-BDF077BE1833}" type="presParOf" srcId="{8DB5B3FB-FF37-4CE2-B427-8CCD42065133}" destId="{7461BB39-11C3-4214-8F0B-F0F98BE6D70F}" srcOrd="0" destOrd="0" presId="urn:microsoft.com/office/officeart/2008/layout/VerticalCurvedList"/>
    <dgm:cxn modelId="{35C85857-4D2F-4896-A068-55BF63540A85}" type="presParOf" srcId="{EE06B260-D765-4D12-9817-7684B1EB3FDB}" destId="{AB33183D-6F44-441F-80B5-1B0E59B63FFA}" srcOrd="11" destOrd="0" presId="urn:microsoft.com/office/officeart/2008/layout/VerticalCurvedList"/>
    <dgm:cxn modelId="{57C54505-6E11-40CE-B480-7741C3D68645}" type="presParOf" srcId="{EE06B260-D765-4D12-9817-7684B1EB3FDB}" destId="{BDA3CF2E-FCD2-408A-9AB2-85636E1EDDA8}" srcOrd="12" destOrd="0" presId="urn:microsoft.com/office/officeart/2008/layout/VerticalCurvedList"/>
    <dgm:cxn modelId="{8DF785F6-298A-4967-BC71-24C2A9DB6205}" type="presParOf" srcId="{BDA3CF2E-FCD2-408A-9AB2-85636E1EDDA8}" destId="{6C07C491-7439-4741-91EB-F6A247910D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C93915-A1B0-4A56-B37C-E9BFAC81F24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D85597-7D93-481E-9706-FE2ADF87FBBB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Development Setup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44620BC3-3CFF-4005-B1B5-5B2DCBA0B256}" type="parTrans" cxnId="{B0418B90-E9C8-47D5-94C8-54E16D54E7AB}">
      <dgm:prSet/>
      <dgm:spPr/>
      <dgm:t>
        <a:bodyPr/>
        <a:lstStyle/>
        <a:p>
          <a:endParaRPr lang="en-US"/>
        </a:p>
      </dgm:t>
    </dgm:pt>
    <dgm:pt modelId="{0B1B006B-4826-4836-901C-98EABDF92581}" type="sibTrans" cxnId="{B0418B90-E9C8-47D5-94C8-54E16D54E7AB}">
      <dgm:prSet/>
      <dgm:spPr/>
      <dgm:t>
        <a:bodyPr/>
        <a:lstStyle/>
        <a:p>
          <a:endParaRPr lang="en-US"/>
        </a:p>
      </dgm:t>
    </dgm:pt>
    <dgm:pt modelId="{6923F35F-55EA-4185-BF26-3EF1D12A286F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IDE Used: Visual Studio Code (VS Code)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4B938217-642A-48E6-B541-2FA8036711DF}" type="parTrans" cxnId="{1F08F5EC-C77C-4C83-B03E-1072C33226C8}">
      <dgm:prSet/>
      <dgm:spPr/>
      <dgm:t>
        <a:bodyPr/>
        <a:lstStyle/>
        <a:p>
          <a:endParaRPr lang="en-US"/>
        </a:p>
      </dgm:t>
    </dgm:pt>
    <dgm:pt modelId="{18EC1A64-CB68-489D-96EF-140F9490FED0}" type="sibTrans" cxnId="{1F08F5EC-C77C-4C83-B03E-1072C33226C8}">
      <dgm:prSet/>
      <dgm:spPr/>
      <dgm:t>
        <a:bodyPr/>
        <a:lstStyle/>
        <a:p>
          <a:endParaRPr lang="en-US"/>
        </a:p>
      </dgm:t>
    </dgm:pt>
    <dgm:pt modelId="{A2386129-ECB5-41D2-B3CD-281DDBACB3FF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Programming Language: Python 3.9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61A53DAB-5D3A-410E-8F14-01AE69D266C9}" type="parTrans" cxnId="{BD66823D-C3E3-4C91-B155-D072F9492D0E}">
      <dgm:prSet/>
      <dgm:spPr/>
      <dgm:t>
        <a:bodyPr/>
        <a:lstStyle/>
        <a:p>
          <a:endParaRPr lang="en-US"/>
        </a:p>
      </dgm:t>
    </dgm:pt>
    <dgm:pt modelId="{FC8786F2-153A-4388-B842-31445105BBB2}" type="sibTrans" cxnId="{BD66823D-C3E3-4C91-B155-D072F9492D0E}">
      <dgm:prSet/>
      <dgm:spPr/>
      <dgm:t>
        <a:bodyPr/>
        <a:lstStyle/>
        <a:p>
          <a:endParaRPr lang="en-US"/>
        </a:p>
      </dgm:t>
    </dgm:pt>
    <dgm:pt modelId="{B1508B36-BD2E-4FB6-9E1C-48D179C8D1EB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Environment: Virtual Environment (.venv) for package isolation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91F04C45-820D-4E81-85DC-D76C4A7B272E}" type="parTrans" cxnId="{8E4FBD6F-8E41-470D-B350-5953B079BE0C}">
      <dgm:prSet/>
      <dgm:spPr/>
      <dgm:t>
        <a:bodyPr/>
        <a:lstStyle/>
        <a:p>
          <a:endParaRPr lang="en-US"/>
        </a:p>
      </dgm:t>
    </dgm:pt>
    <dgm:pt modelId="{BBF9D49B-6E2F-438F-A394-060FBE53327B}" type="sibTrans" cxnId="{8E4FBD6F-8E41-470D-B350-5953B079BE0C}">
      <dgm:prSet/>
      <dgm:spPr/>
      <dgm:t>
        <a:bodyPr/>
        <a:lstStyle/>
        <a:p>
          <a:endParaRPr lang="en-US"/>
        </a:p>
      </dgm:t>
    </dgm:pt>
    <dgm:pt modelId="{46FBE04B-91E9-4FB0-B9BF-9843F6828145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Frameworks &amp; Libraries: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456E0FC5-9C8D-42A7-B7B7-CE2A0FE511EE}" type="parTrans" cxnId="{C55D01DC-54AF-4BB4-AFDF-C7A0B2E12C90}">
      <dgm:prSet/>
      <dgm:spPr/>
      <dgm:t>
        <a:bodyPr/>
        <a:lstStyle/>
        <a:p>
          <a:endParaRPr lang="en-US"/>
        </a:p>
      </dgm:t>
    </dgm:pt>
    <dgm:pt modelId="{0CC6A7EF-EEFF-4F5E-A0C9-6D8C908E23D4}" type="sibTrans" cxnId="{C55D01DC-54AF-4BB4-AFDF-C7A0B2E12C90}">
      <dgm:prSet/>
      <dgm:spPr/>
      <dgm:t>
        <a:bodyPr/>
        <a:lstStyle/>
        <a:p>
          <a:endParaRPr lang="en-US"/>
        </a:p>
      </dgm:t>
    </dgm:pt>
    <dgm:pt modelId="{1049387A-2E33-4BE1-AC55-22A6F38EF051}">
      <dgm:prSet custT="1"/>
      <dgm:spPr/>
      <dgm:t>
        <a:bodyPr/>
        <a:lstStyle/>
        <a:p>
          <a:pPr rtl="0"/>
          <a:r>
            <a:rPr lang="en-US" sz="1400" b="1" dirty="0" err="1" smtClean="0">
              <a:latin typeface="Times New Roman" pitchFamily="18" charset="0"/>
              <a:cs typeface="Times New Roman" pitchFamily="18" charset="0"/>
            </a:rPr>
            <a:t>OpenCV</a:t>
          </a:r>
          <a:r>
            <a:rPr lang="en-US" sz="1400" b="1" dirty="0" smtClean="0">
              <a:latin typeface="Times New Roman" pitchFamily="18" charset="0"/>
              <a:cs typeface="Times New Roman" pitchFamily="18" charset="0"/>
            </a:rPr>
            <a:t> – image processing</a:t>
          </a:r>
          <a:endParaRPr lang="en-US" sz="1400" b="1" dirty="0">
            <a:latin typeface="Times New Roman" pitchFamily="18" charset="0"/>
            <a:cs typeface="Times New Roman" pitchFamily="18" charset="0"/>
          </a:endParaRPr>
        </a:p>
      </dgm:t>
    </dgm:pt>
    <dgm:pt modelId="{9588C8DD-D696-4435-BAD2-1886B9025D66}" type="parTrans" cxnId="{58F6EDAD-6899-403F-B125-905EC65CC944}">
      <dgm:prSet/>
      <dgm:spPr/>
      <dgm:t>
        <a:bodyPr/>
        <a:lstStyle/>
        <a:p>
          <a:endParaRPr lang="en-US"/>
        </a:p>
      </dgm:t>
    </dgm:pt>
    <dgm:pt modelId="{50BCFF98-0162-4F2F-BC14-E9AF78B5BB92}" type="sibTrans" cxnId="{58F6EDAD-6899-403F-B125-905EC65CC944}">
      <dgm:prSet/>
      <dgm:spPr/>
      <dgm:t>
        <a:bodyPr/>
        <a:lstStyle/>
        <a:p>
          <a:endParaRPr lang="en-US"/>
        </a:p>
      </dgm:t>
    </dgm:pt>
    <dgm:pt modelId="{ABDA7EA4-49EF-4428-B50F-836F17FD39BC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pytesseract – OCR text extraction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C319D677-3DB7-4569-BDC7-B660C629D07C}" type="parTrans" cxnId="{58B299DB-8903-433B-9BE5-97E308F3D095}">
      <dgm:prSet/>
      <dgm:spPr/>
      <dgm:t>
        <a:bodyPr/>
        <a:lstStyle/>
        <a:p>
          <a:endParaRPr lang="en-US"/>
        </a:p>
      </dgm:t>
    </dgm:pt>
    <dgm:pt modelId="{B9837902-EFD9-4B61-ABCE-08340CD1FFA3}" type="sibTrans" cxnId="{58B299DB-8903-433B-9BE5-97E308F3D095}">
      <dgm:prSet/>
      <dgm:spPr/>
      <dgm:t>
        <a:bodyPr/>
        <a:lstStyle/>
        <a:p>
          <a:endParaRPr lang="en-US"/>
        </a:p>
      </dgm:t>
    </dgm:pt>
    <dgm:pt modelId="{6A5F1085-E300-4AB0-91E2-ED6E122A03D8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streamlit – web app interface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4108EB57-8C65-44C5-BF4A-98F2DBCBA00B}" type="parTrans" cxnId="{8D77E06B-82F6-4DD8-8DA8-990F5222054F}">
      <dgm:prSet/>
      <dgm:spPr/>
      <dgm:t>
        <a:bodyPr/>
        <a:lstStyle/>
        <a:p>
          <a:endParaRPr lang="en-US"/>
        </a:p>
      </dgm:t>
    </dgm:pt>
    <dgm:pt modelId="{80AEC22F-8FB3-4599-B7DB-E072D592DF5F}" type="sibTrans" cxnId="{8D77E06B-82F6-4DD8-8DA8-990F5222054F}">
      <dgm:prSet/>
      <dgm:spPr/>
      <dgm:t>
        <a:bodyPr/>
        <a:lstStyle/>
        <a:p>
          <a:endParaRPr lang="en-US"/>
        </a:p>
      </dgm:t>
    </dgm:pt>
    <dgm:pt modelId="{CAD675A4-9F7E-4F96-ADD9-548411CBC287}">
      <dgm:prSet custT="1"/>
      <dgm:spPr/>
      <dgm:t>
        <a:bodyPr/>
        <a:lstStyle/>
        <a:p>
          <a:pPr rtl="0"/>
          <a:r>
            <a:rPr lang="en-US" sz="1400" b="1" smtClean="0">
              <a:latin typeface="Times New Roman" pitchFamily="18" charset="0"/>
              <a:cs typeface="Times New Roman" pitchFamily="18" charset="0"/>
            </a:rPr>
            <a:t>reportlab – PDF generation</a:t>
          </a:r>
          <a:endParaRPr lang="en-US" sz="1400" b="1">
            <a:latin typeface="Times New Roman" pitchFamily="18" charset="0"/>
            <a:cs typeface="Times New Roman" pitchFamily="18" charset="0"/>
          </a:endParaRPr>
        </a:p>
      </dgm:t>
    </dgm:pt>
    <dgm:pt modelId="{6F74E589-D7F5-498A-B05A-8C8DDA856D46}" type="parTrans" cxnId="{4A01E1AB-2F7F-4214-82B0-A0285909E818}">
      <dgm:prSet/>
      <dgm:spPr/>
      <dgm:t>
        <a:bodyPr/>
        <a:lstStyle/>
        <a:p>
          <a:endParaRPr lang="en-US"/>
        </a:p>
      </dgm:t>
    </dgm:pt>
    <dgm:pt modelId="{0765BAF4-AA3B-418E-9DEF-94728AA3EA35}" type="sibTrans" cxnId="{4A01E1AB-2F7F-4214-82B0-A0285909E818}">
      <dgm:prSet/>
      <dgm:spPr/>
      <dgm:t>
        <a:bodyPr/>
        <a:lstStyle/>
        <a:p>
          <a:endParaRPr lang="en-US"/>
        </a:p>
      </dgm:t>
    </dgm:pt>
    <dgm:pt modelId="{75F8CBC8-FE77-4C9F-B24B-FDBB4A0DDBBE}" type="pres">
      <dgm:prSet presAssocID="{18C93915-A1B0-4A56-B37C-E9BFAC81F243}" presName="compositeShape" presStyleCnt="0">
        <dgm:presLayoutVars>
          <dgm:dir/>
          <dgm:resizeHandles/>
        </dgm:presLayoutVars>
      </dgm:prSet>
      <dgm:spPr/>
    </dgm:pt>
    <dgm:pt modelId="{AF800C3A-95D0-4FC6-85D6-E99D8355DE65}" type="pres">
      <dgm:prSet presAssocID="{18C93915-A1B0-4A56-B37C-E9BFAC81F243}" presName="pyramid" presStyleLbl="node1" presStyleIdx="0" presStyleCnt="1" custScaleX="93108" custScaleY="94961"/>
      <dgm:spPr>
        <a:solidFill>
          <a:srgbClr val="00B050"/>
        </a:solidFill>
      </dgm:spPr>
    </dgm:pt>
    <dgm:pt modelId="{1C2E282C-ABCD-49AC-9C9F-9E487C565246}" type="pres">
      <dgm:prSet presAssocID="{18C93915-A1B0-4A56-B37C-E9BFAC81F243}" presName="theList" presStyleCnt="0"/>
      <dgm:spPr/>
    </dgm:pt>
    <dgm:pt modelId="{9A8FD4D1-6410-4397-8611-396EF1AD9A00}" type="pres">
      <dgm:prSet presAssocID="{BBD85597-7D93-481E-9706-FE2ADF87FBBB}" presName="aNode" presStyleLbl="fgAcc1" presStyleIdx="0" presStyleCnt="5">
        <dgm:presLayoutVars>
          <dgm:bulletEnabled val="1"/>
        </dgm:presLayoutVars>
      </dgm:prSet>
      <dgm:spPr/>
    </dgm:pt>
    <dgm:pt modelId="{BF59640D-CB4E-4A86-BACA-14DBF154610C}" type="pres">
      <dgm:prSet presAssocID="{BBD85597-7D93-481E-9706-FE2ADF87FBBB}" presName="aSpace" presStyleCnt="0"/>
      <dgm:spPr/>
    </dgm:pt>
    <dgm:pt modelId="{1E777F35-AA26-40D0-8064-8F7CA5D237C7}" type="pres">
      <dgm:prSet presAssocID="{6923F35F-55EA-4185-BF26-3EF1D12A286F}" presName="aNode" presStyleLbl="fgAcc1" presStyleIdx="1" presStyleCnt="5">
        <dgm:presLayoutVars>
          <dgm:bulletEnabled val="1"/>
        </dgm:presLayoutVars>
      </dgm:prSet>
      <dgm:spPr/>
    </dgm:pt>
    <dgm:pt modelId="{7A22E04A-1E35-45BF-80CD-D33B08A71782}" type="pres">
      <dgm:prSet presAssocID="{6923F35F-55EA-4185-BF26-3EF1D12A286F}" presName="aSpace" presStyleCnt="0"/>
      <dgm:spPr/>
    </dgm:pt>
    <dgm:pt modelId="{46A44D79-E248-4E04-A350-21C5F03CAEDE}" type="pres">
      <dgm:prSet presAssocID="{A2386129-ECB5-41D2-B3CD-281DDBACB3FF}" presName="aNode" presStyleLbl="fgAcc1" presStyleIdx="2" presStyleCnt="5">
        <dgm:presLayoutVars>
          <dgm:bulletEnabled val="1"/>
        </dgm:presLayoutVars>
      </dgm:prSet>
      <dgm:spPr/>
    </dgm:pt>
    <dgm:pt modelId="{D24EEF1A-4A2A-4C8F-9867-5B614BAF50D5}" type="pres">
      <dgm:prSet presAssocID="{A2386129-ECB5-41D2-B3CD-281DDBACB3FF}" presName="aSpace" presStyleCnt="0"/>
      <dgm:spPr/>
    </dgm:pt>
    <dgm:pt modelId="{3C40774B-3B3B-4EB6-B3DB-FD93CB2A4545}" type="pres">
      <dgm:prSet presAssocID="{B1508B36-BD2E-4FB6-9E1C-48D179C8D1EB}" presName="aNode" presStyleLbl="fgAcc1" presStyleIdx="3" presStyleCnt="5">
        <dgm:presLayoutVars>
          <dgm:bulletEnabled val="1"/>
        </dgm:presLayoutVars>
      </dgm:prSet>
      <dgm:spPr/>
    </dgm:pt>
    <dgm:pt modelId="{C3C2FD7A-BF9B-4424-8E03-5CDDBA7E4654}" type="pres">
      <dgm:prSet presAssocID="{B1508B36-BD2E-4FB6-9E1C-48D179C8D1EB}" presName="aSpace" presStyleCnt="0"/>
      <dgm:spPr/>
    </dgm:pt>
    <dgm:pt modelId="{E71B0E10-5A23-4ABC-AEE1-36CE3377D92E}" type="pres">
      <dgm:prSet presAssocID="{46FBE04B-91E9-4FB0-B9BF-9843F6828145}" presName="aNode" presStyleLbl="fgAcc1" presStyleIdx="4" presStyleCnt="5" custScaleX="95060" custScaleY="177196">
        <dgm:presLayoutVars>
          <dgm:bulletEnabled val="1"/>
        </dgm:presLayoutVars>
      </dgm:prSet>
      <dgm:spPr/>
    </dgm:pt>
    <dgm:pt modelId="{BEEF2D76-9BF5-4526-801C-4BE2E084DB4F}" type="pres">
      <dgm:prSet presAssocID="{46FBE04B-91E9-4FB0-B9BF-9843F6828145}" presName="aSpace" presStyleCnt="0"/>
      <dgm:spPr/>
    </dgm:pt>
  </dgm:ptLst>
  <dgm:cxnLst>
    <dgm:cxn modelId="{FC13CB70-2671-40FA-AC93-7F866EA8CE47}" type="presOf" srcId="{B1508B36-BD2E-4FB6-9E1C-48D179C8D1EB}" destId="{3C40774B-3B3B-4EB6-B3DB-FD93CB2A4545}" srcOrd="0" destOrd="0" presId="urn:microsoft.com/office/officeart/2005/8/layout/pyramid2"/>
    <dgm:cxn modelId="{1F08F5EC-C77C-4C83-B03E-1072C33226C8}" srcId="{18C93915-A1B0-4A56-B37C-E9BFAC81F243}" destId="{6923F35F-55EA-4185-BF26-3EF1D12A286F}" srcOrd="1" destOrd="0" parTransId="{4B938217-642A-48E6-B541-2FA8036711DF}" sibTransId="{18EC1A64-CB68-489D-96EF-140F9490FED0}"/>
    <dgm:cxn modelId="{C55D01DC-54AF-4BB4-AFDF-C7A0B2E12C90}" srcId="{18C93915-A1B0-4A56-B37C-E9BFAC81F243}" destId="{46FBE04B-91E9-4FB0-B9BF-9843F6828145}" srcOrd="4" destOrd="0" parTransId="{456E0FC5-9C8D-42A7-B7B7-CE2A0FE511EE}" sibTransId="{0CC6A7EF-EEFF-4F5E-A0C9-6D8C908E23D4}"/>
    <dgm:cxn modelId="{1805A44B-7EFB-40DB-80EE-D41B5A52BEC0}" type="presOf" srcId="{CAD675A4-9F7E-4F96-ADD9-548411CBC287}" destId="{E71B0E10-5A23-4ABC-AEE1-36CE3377D92E}" srcOrd="0" destOrd="4" presId="urn:microsoft.com/office/officeart/2005/8/layout/pyramid2"/>
    <dgm:cxn modelId="{9E25FA1F-5E64-4411-A19B-28D98A575CBF}" type="presOf" srcId="{BBD85597-7D93-481E-9706-FE2ADF87FBBB}" destId="{9A8FD4D1-6410-4397-8611-396EF1AD9A00}" srcOrd="0" destOrd="0" presId="urn:microsoft.com/office/officeart/2005/8/layout/pyramid2"/>
    <dgm:cxn modelId="{D306FF49-BE8C-4CC9-B6F5-012C628E0664}" type="presOf" srcId="{1049387A-2E33-4BE1-AC55-22A6F38EF051}" destId="{E71B0E10-5A23-4ABC-AEE1-36CE3377D92E}" srcOrd="0" destOrd="1" presId="urn:microsoft.com/office/officeart/2005/8/layout/pyramid2"/>
    <dgm:cxn modelId="{58B299DB-8903-433B-9BE5-97E308F3D095}" srcId="{46FBE04B-91E9-4FB0-B9BF-9843F6828145}" destId="{ABDA7EA4-49EF-4428-B50F-836F17FD39BC}" srcOrd="1" destOrd="0" parTransId="{C319D677-3DB7-4569-BDC7-B660C629D07C}" sibTransId="{B9837902-EFD9-4B61-ABCE-08340CD1FFA3}"/>
    <dgm:cxn modelId="{B0418B90-E9C8-47D5-94C8-54E16D54E7AB}" srcId="{18C93915-A1B0-4A56-B37C-E9BFAC81F243}" destId="{BBD85597-7D93-481E-9706-FE2ADF87FBBB}" srcOrd="0" destOrd="0" parTransId="{44620BC3-3CFF-4005-B1B5-5B2DCBA0B256}" sibTransId="{0B1B006B-4826-4836-901C-98EABDF92581}"/>
    <dgm:cxn modelId="{CD694F3F-8A86-4C8A-9616-2F8E81E3DFC4}" type="presOf" srcId="{6923F35F-55EA-4185-BF26-3EF1D12A286F}" destId="{1E777F35-AA26-40D0-8064-8F7CA5D237C7}" srcOrd="0" destOrd="0" presId="urn:microsoft.com/office/officeart/2005/8/layout/pyramid2"/>
    <dgm:cxn modelId="{123F5EB9-FD6C-4FC5-8EB1-D1105D21AAFF}" type="presOf" srcId="{A2386129-ECB5-41D2-B3CD-281DDBACB3FF}" destId="{46A44D79-E248-4E04-A350-21C5F03CAEDE}" srcOrd="0" destOrd="0" presId="urn:microsoft.com/office/officeart/2005/8/layout/pyramid2"/>
    <dgm:cxn modelId="{58F6EDAD-6899-403F-B125-905EC65CC944}" srcId="{46FBE04B-91E9-4FB0-B9BF-9843F6828145}" destId="{1049387A-2E33-4BE1-AC55-22A6F38EF051}" srcOrd="0" destOrd="0" parTransId="{9588C8DD-D696-4435-BAD2-1886B9025D66}" sibTransId="{50BCFF98-0162-4F2F-BC14-E9AF78B5BB92}"/>
    <dgm:cxn modelId="{6C6AAB21-6B69-41D3-B47A-5CAD93A411EC}" type="presOf" srcId="{46FBE04B-91E9-4FB0-B9BF-9843F6828145}" destId="{E71B0E10-5A23-4ABC-AEE1-36CE3377D92E}" srcOrd="0" destOrd="0" presId="urn:microsoft.com/office/officeart/2005/8/layout/pyramid2"/>
    <dgm:cxn modelId="{FF77C284-B716-4F50-B1BE-E75C86A367F7}" type="presOf" srcId="{ABDA7EA4-49EF-4428-B50F-836F17FD39BC}" destId="{E71B0E10-5A23-4ABC-AEE1-36CE3377D92E}" srcOrd="0" destOrd="2" presId="urn:microsoft.com/office/officeart/2005/8/layout/pyramid2"/>
    <dgm:cxn modelId="{BD66823D-C3E3-4C91-B155-D072F9492D0E}" srcId="{18C93915-A1B0-4A56-B37C-E9BFAC81F243}" destId="{A2386129-ECB5-41D2-B3CD-281DDBACB3FF}" srcOrd="2" destOrd="0" parTransId="{61A53DAB-5D3A-410E-8F14-01AE69D266C9}" sibTransId="{FC8786F2-153A-4388-B842-31445105BBB2}"/>
    <dgm:cxn modelId="{8E4FBD6F-8E41-470D-B350-5953B079BE0C}" srcId="{18C93915-A1B0-4A56-B37C-E9BFAC81F243}" destId="{B1508B36-BD2E-4FB6-9E1C-48D179C8D1EB}" srcOrd="3" destOrd="0" parTransId="{91F04C45-820D-4E81-85DC-D76C4A7B272E}" sibTransId="{BBF9D49B-6E2F-438F-A394-060FBE53327B}"/>
    <dgm:cxn modelId="{99FCAFFE-7A2E-4B63-BA47-227E44FCB942}" type="presOf" srcId="{18C93915-A1B0-4A56-B37C-E9BFAC81F243}" destId="{75F8CBC8-FE77-4C9F-B24B-FDBB4A0DDBBE}" srcOrd="0" destOrd="0" presId="urn:microsoft.com/office/officeart/2005/8/layout/pyramid2"/>
    <dgm:cxn modelId="{3F924C94-223E-4BD9-AAE4-4590D13BDBA7}" type="presOf" srcId="{6A5F1085-E300-4AB0-91E2-ED6E122A03D8}" destId="{E71B0E10-5A23-4ABC-AEE1-36CE3377D92E}" srcOrd="0" destOrd="3" presId="urn:microsoft.com/office/officeart/2005/8/layout/pyramid2"/>
    <dgm:cxn modelId="{4A01E1AB-2F7F-4214-82B0-A0285909E818}" srcId="{46FBE04B-91E9-4FB0-B9BF-9843F6828145}" destId="{CAD675A4-9F7E-4F96-ADD9-548411CBC287}" srcOrd="3" destOrd="0" parTransId="{6F74E589-D7F5-498A-B05A-8C8DDA856D46}" sibTransId="{0765BAF4-AA3B-418E-9DEF-94728AA3EA35}"/>
    <dgm:cxn modelId="{8D77E06B-82F6-4DD8-8DA8-990F5222054F}" srcId="{46FBE04B-91E9-4FB0-B9BF-9843F6828145}" destId="{6A5F1085-E300-4AB0-91E2-ED6E122A03D8}" srcOrd="2" destOrd="0" parTransId="{4108EB57-8C65-44C5-BF4A-98F2DBCBA00B}" sibTransId="{80AEC22F-8FB3-4599-B7DB-E072D592DF5F}"/>
    <dgm:cxn modelId="{7D74D975-F92C-404A-A8D4-A904904EE61C}" type="presParOf" srcId="{75F8CBC8-FE77-4C9F-B24B-FDBB4A0DDBBE}" destId="{AF800C3A-95D0-4FC6-85D6-E99D8355DE65}" srcOrd="0" destOrd="0" presId="urn:microsoft.com/office/officeart/2005/8/layout/pyramid2"/>
    <dgm:cxn modelId="{3EF5C744-D7C4-4343-B952-B0845E4ADD43}" type="presParOf" srcId="{75F8CBC8-FE77-4C9F-B24B-FDBB4A0DDBBE}" destId="{1C2E282C-ABCD-49AC-9C9F-9E487C565246}" srcOrd="1" destOrd="0" presId="urn:microsoft.com/office/officeart/2005/8/layout/pyramid2"/>
    <dgm:cxn modelId="{5AFABE98-D3A8-429F-A457-55B6A29CEFA5}" type="presParOf" srcId="{1C2E282C-ABCD-49AC-9C9F-9E487C565246}" destId="{9A8FD4D1-6410-4397-8611-396EF1AD9A00}" srcOrd="0" destOrd="0" presId="urn:microsoft.com/office/officeart/2005/8/layout/pyramid2"/>
    <dgm:cxn modelId="{1FE9E5EE-E6DE-481C-BD97-81FD13CA99B5}" type="presParOf" srcId="{1C2E282C-ABCD-49AC-9C9F-9E487C565246}" destId="{BF59640D-CB4E-4A86-BACA-14DBF154610C}" srcOrd="1" destOrd="0" presId="urn:microsoft.com/office/officeart/2005/8/layout/pyramid2"/>
    <dgm:cxn modelId="{984A2046-197C-477C-819B-37F9C5AC2EF5}" type="presParOf" srcId="{1C2E282C-ABCD-49AC-9C9F-9E487C565246}" destId="{1E777F35-AA26-40D0-8064-8F7CA5D237C7}" srcOrd="2" destOrd="0" presId="urn:microsoft.com/office/officeart/2005/8/layout/pyramid2"/>
    <dgm:cxn modelId="{78C521A5-7B3C-4C05-B10A-B4F856D58A32}" type="presParOf" srcId="{1C2E282C-ABCD-49AC-9C9F-9E487C565246}" destId="{7A22E04A-1E35-45BF-80CD-D33B08A71782}" srcOrd="3" destOrd="0" presId="urn:microsoft.com/office/officeart/2005/8/layout/pyramid2"/>
    <dgm:cxn modelId="{33B59775-7675-43D5-8822-30E4E5A2965A}" type="presParOf" srcId="{1C2E282C-ABCD-49AC-9C9F-9E487C565246}" destId="{46A44D79-E248-4E04-A350-21C5F03CAEDE}" srcOrd="4" destOrd="0" presId="urn:microsoft.com/office/officeart/2005/8/layout/pyramid2"/>
    <dgm:cxn modelId="{A5CD2C41-3924-4BAE-98BF-6D31BEA2258A}" type="presParOf" srcId="{1C2E282C-ABCD-49AC-9C9F-9E487C565246}" destId="{D24EEF1A-4A2A-4C8F-9867-5B614BAF50D5}" srcOrd="5" destOrd="0" presId="urn:microsoft.com/office/officeart/2005/8/layout/pyramid2"/>
    <dgm:cxn modelId="{424C7819-0EEA-4233-9BCE-B49F97DF9DFE}" type="presParOf" srcId="{1C2E282C-ABCD-49AC-9C9F-9E487C565246}" destId="{3C40774B-3B3B-4EB6-B3DB-FD93CB2A4545}" srcOrd="6" destOrd="0" presId="urn:microsoft.com/office/officeart/2005/8/layout/pyramid2"/>
    <dgm:cxn modelId="{5CCD2396-BA56-469B-8295-C31966DD6D84}" type="presParOf" srcId="{1C2E282C-ABCD-49AC-9C9F-9E487C565246}" destId="{C3C2FD7A-BF9B-4424-8E03-5CDDBA7E4654}" srcOrd="7" destOrd="0" presId="urn:microsoft.com/office/officeart/2005/8/layout/pyramid2"/>
    <dgm:cxn modelId="{C02E827D-64EB-4542-985E-DC2449D99337}" type="presParOf" srcId="{1C2E282C-ABCD-49AC-9C9F-9E487C565246}" destId="{E71B0E10-5A23-4ABC-AEE1-36CE3377D92E}" srcOrd="8" destOrd="0" presId="urn:microsoft.com/office/officeart/2005/8/layout/pyramid2"/>
    <dgm:cxn modelId="{5724F7BF-527F-4D72-9D2D-3CD10C86A370}" type="presParOf" srcId="{1C2E282C-ABCD-49AC-9C9F-9E487C565246}" destId="{BEEF2D76-9BF5-4526-801C-4BE2E084DB4F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8B24BA2-E941-4E27-A80C-82C92330A445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C9C2DE-474D-4ADB-A396-CE63D13D6899}">
      <dgm:prSet custT="1"/>
      <dgm:spPr>
        <a:solidFill>
          <a:schemeClr val="accent3">
            <a:lumMod val="50000"/>
          </a:schemeClr>
        </a:solidFill>
      </dgm:spPr>
      <dgm:t>
        <a:bodyPr/>
        <a:lstStyle/>
        <a:p>
          <a:pPr rtl="0"/>
          <a:r>
            <a:rPr lang="en-US" sz="2400" b="1" dirty="0" smtClean="0"/>
            <a:t>Summary</a:t>
          </a:r>
          <a:endParaRPr lang="en-US" sz="2400" dirty="0"/>
        </a:p>
      </dgm:t>
    </dgm:pt>
    <dgm:pt modelId="{D7AD3187-7CE5-4881-9855-6E726317A0AD}" type="parTrans" cxnId="{F17B8A30-4792-405F-AC69-81A4A2DD1812}">
      <dgm:prSet/>
      <dgm:spPr/>
      <dgm:t>
        <a:bodyPr/>
        <a:lstStyle/>
        <a:p>
          <a:endParaRPr lang="en-US"/>
        </a:p>
      </dgm:t>
    </dgm:pt>
    <dgm:pt modelId="{7C36FC34-110C-42D5-95D3-4EEAEB7CFD4D}" type="sibTrans" cxnId="{F17B8A30-4792-405F-AC69-81A4A2DD1812}">
      <dgm:prSet/>
      <dgm:spPr/>
      <dgm:t>
        <a:bodyPr/>
        <a:lstStyle/>
        <a:p>
          <a:endParaRPr lang="en-US"/>
        </a:p>
      </dgm:t>
    </dgm:pt>
    <dgm:pt modelId="{68F8C291-0D0C-424C-B12F-0E303D4CB887}">
      <dgm:prSet/>
      <dgm:spPr/>
      <dgm:t>
        <a:bodyPr/>
        <a:lstStyle/>
        <a:p>
          <a:pPr rtl="0"/>
          <a:r>
            <a:rPr lang="en-US" smtClean="0"/>
            <a:t>Successfully developed a </a:t>
          </a:r>
          <a:r>
            <a:rPr lang="en-US" b="1" smtClean="0"/>
            <a:t>Custom Object Character Recognition (OCR)</a:t>
          </a:r>
          <a:r>
            <a:rPr lang="en-US" smtClean="0"/>
            <a:t> system using </a:t>
          </a:r>
          <a:r>
            <a:rPr lang="en-US" b="1" smtClean="0"/>
            <a:t>YOLOv3</a:t>
          </a:r>
          <a:r>
            <a:rPr lang="en-US" smtClean="0"/>
            <a:t> and </a:t>
          </a:r>
          <a:r>
            <a:rPr lang="en-US" b="1" smtClean="0"/>
            <a:t>Tesseract</a:t>
          </a:r>
          <a:r>
            <a:rPr lang="en-US" smtClean="0"/>
            <a:t>.</a:t>
          </a:r>
          <a:endParaRPr lang="en-US"/>
        </a:p>
      </dgm:t>
    </dgm:pt>
    <dgm:pt modelId="{06635DFC-E983-4C1E-AC1B-48AD6C3BBDDB}" type="parTrans" cxnId="{3DB68CAB-D40C-4F8E-ABF5-37EEF41805D5}">
      <dgm:prSet/>
      <dgm:spPr/>
      <dgm:t>
        <a:bodyPr/>
        <a:lstStyle/>
        <a:p>
          <a:endParaRPr lang="en-US"/>
        </a:p>
      </dgm:t>
    </dgm:pt>
    <dgm:pt modelId="{C5187AB7-3E1D-49A1-BE5C-40F3BC0580E3}" type="sibTrans" cxnId="{3DB68CAB-D40C-4F8E-ABF5-37EEF41805D5}">
      <dgm:prSet/>
      <dgm:spPr/>
      <dgm:t>
        <a:bodyPr/>
        <a:lstStyle/>
        <a:p>
          <a:endParaRPr lang="en-US"/>
        </a:p>
      </dgm:t>
    </dgm:pt>
    <dgm:pt modelId="{E4CA353D-5B2C-44AF-8A2D-F9B28535E086}">
      <dgm:prSet/>
      <dgm:spPr/>
      <dgm:t>
        <a:bodyPr/>
        <a:lstStyle/>
        <a:p>
          <a:pPr rtl="0"/>
          <a:r>
            <a:rPr lang="en-US" smtClean="0"/>
            <a:t>The model efficiently detects and reads key information from </a:t>
          </a:r>
          <a:r>
            <a:rPr lang="en-US" b="1" smtClean="0"/>
            <a:t>lab reports</a:t>
          </a:r>
          <a:r>
            <a:rPr lang="en-US" smtClean="0"/>
            <a:t> such as:</a:t>
          </a:r>
          <a:br>
            <a:rPr lang="en-US" smtClean="0"/>
          </a:br>
          <a:r>
            <a:rPr lang="en-US" b="1" smtClean="0"/>
            <a:t>Patient Name, Test Name, T3, T4, and TSH values.</a:t>
          </a:r>
          <a:endParaRPr lang="en-US"/>
        </a:p>
      </dgm:t>
    </dgm:pt>
    <dgm:pt modelId="{25CAEFA0-0034-498A-BE4D-15C3B9CFE39F}" type="parTrans" cxnId="{7E1E4DF4-13A2-4825-AF83-8880303D6D35}">
      <dgm:prSet/>
      <dgm:spPr/>
      <dgm:t>
        <a:bodyPr/>
        <a:lstStyle/>
        <a:p>
          <a:endParaRPr lang="en-US"/>
        </a:p>
      </dgm:t>
    </dgm:pt>
    <dgm:pt modelId="{09E37603-05D3-42D5-A7BF-351DC7C4C01F}" type="sibTrans" cxnId="{7E1E4DF4-13A2-4825-AF83-8880303D6D35}">
      <dgm:prSet/>
      <dgm:spPr/>
      <dgm:t>
        <a:bodyPr/>
        <a:lstStyle/>
        <a:p>
          <a:endParaRPr lang="en-US"/>
        </a:p>
      </dgm:t>
    </dgm:pt>
    <dgm:pt modelId="{AFD3512F-E415-4688-AF5E-B8982181B9C5}">
      <dgm:prSet/>
      <dgm:spPr/>
      <dgm:t>
        <a:bodyPr/>
        <a:lstStyle/>
        <a:p>
          <a:pPr rtl="0"/>
          <a:r>
            <a:rPr lang="en-US" smtClean="0"/>
            <a:t>Fully implemented and tested locally in </a:t>
          </a:r>
          <a:r>
            <a:rPr lang="en-US" b="1" smtClean="0"/>
            <a:t>VS Code</a:t>
          </a:r>
          <a:r>
            <a:rPr lang="en-US" smtClean="0"/>
            <a:t> with a </a:t>
          </a:r>
          <a:r>
            <a:rPr lang="en-US" b="1" smtClean="0"/>
            <a:t>Streamlit-based interface</a:t>
          </a:r>
          <a:r>
            <a:rPr lang="en-US" smtClean="0"/>
            <a:t> for real-time results and PDF generation.</a:t>
          </a:r>
          <a:endParaRPr lang="en-US"/>
        </a:p>
      </dgm:t>
    </dgm:pt>
    <dgm:pt modelId="{4456BBE6-78A1-45C8-AC10-62E616F99A0E}" type="parTrans" cxnId="{F71AF2F5-EC4F-440C-AC6A-E1CDBF6465A9}">
      <dgm:prSet/>
      <dgm:spPr/>
      <dgm:t>
        <a:bodyPr/>
        <a:lstStyle/>
        <a:p>
          <a:endParaRPr lang="en-US"/>
        </a:p>
      </dgm:t>
    </dgm:pt>
    <dgm:pt modelId="{9AF4E45A-7153-44E5-84D2-F3E42AD3AF43}" type="sibTrans" cxnId="{F71AF2F5-EC4F-440C-AC6A-E1CDBF6465A9}">
      <dgm:prSet/>
      <dgm:spPr/>
      <dgm:t>
        <a:bodyPr/>
        <a:lstStyle/>
        <a:p>
          <a:endParaRPr lang="en-US"/>
        </a:p>
      </dgm:t>
    </dgm:pt>
    <dgm:pt modelId="{FC7CB5DC-06A1-49F8-9230-9264484CB02D}" type="pres">
      <dgm:prSet presAssocID="{08B24BA2-E941-4E27-A80C-82C92330A445}" presName="linear" presStyleCnt="0">
        <dgm:presLayoutVars>
          <dgm:animLvl val="lvl"/>
          <dgm:resizeHandles val="exact"/>
        </dgm:presLayoutVars>
      </dgm:prSet>
      <dgm:spPr/>
    </dgm:pt>
    <dgm:pt modelId="{CEDE7C4C-7F7D-45D8-9D5C-01B17311A07C}" type="pres">
      <dgm:prSet presAssocID="{F6C9C2DE-474D-4ADB-A396-CE63D13D68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1FF91F-1271-48A2-BE95-A0E8F5539576}" type="pres">
      <dgm:prSet presAssocID="{7C36FC34-110C-42D5-95D3-4EEAEB7CFD4D}" presName="spacer" presStyleCnt="0"/>
      <dgm:spPr/>
    </dgm:pt>
    <dgm:pt modelId="{DB73B547-C332-4D52-8017-D207C1AF121E}" type="pres">
      <dgm:prSet presAssocID="{68F8C291-0D0C-424C-B12F-0E303D4CB8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677EEF-137F-468E-964B-452B10CB6FDA}" type="pres">
      <dgm:prSet presAssocID="{C5187AB7-3E1D-49A1-BE5C-40F3BC0580E3}" presName="spacer" presStyleCnt="0"/>
      <dgm:spPr/>
    </dgm:pt>
    <dgm:pt modelId="{008085E5-4BA3-4483-8417-B18E3826BA5A}" type="pres">
      <dgm:prSet presAssocID="{E4CA353D-5B2C-44AF-8A2D-F9B28535E0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B101FE-8B98-4159-BD0B-FC7043190CF1}" type="pres">
      <dgm:prSet presAssocID="{09E37603-05D3-42D5-A7BF-351DC7C4C01F}" presName="spacer" presStyleCnt="0"/>
      <dgm:spPr/>
    </dgm:pt>
    <dgm:pt modelId="{65BE3EDD-DA2A-40A7-A05F-8480DD3C8F5E}" type="pres">
      <dgm:prSet presAssocID="{AFD3512F-E415-4688-AF5E-B8982181B9C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B68CAB-D40C-4F8E-ABF5-37EEF41805D5}" srcId="{08B24BA2-E941-4E27-A80C-82C92330A445}" destId="{68F8C291-0D0C-424C-B12F-0E303D4CB887}" srcOrd="1" destOrd="0" parTransId="{06635DFC-E983-4C1E-AC1B-48AD6C3BBDDB}" sibTransId="{C5187AB7-3E1D-49A1-BE5C-40F3BC0580E3}"/>
    <dgm:cxn modelId="{6E53305E-D522-4D86-88C1-65DFBE0AEBEE}" type="presOf" srcId="{AFD3512F-E415-4688-AF5E-B8982181B9C5}" destId="{65BE3EDD-DA2A-40A7-A05F-8480DD3C8F5E}" srcOrd="0" destOrd="0" presId="urn:microsoft.com/office/officeart/2005/8/layout/vList2"/>
    <dgm:cxn modelId="{F17B8A30-4792-405F-AC69-81A4A2DD1812}" srcId="{08B24BA2-E941-4E27-A80C-82C92330A445}" destId="{F6C9C2DE-474D-4ADB-A396-CE63D13D6899}" srcOrd="0" destOrd="0" parTransId="{D7AD3187-7CE5-4881-9855-6E726317A0AD}" sibTransId="{7C36FC34-110C-42D5-95D3-4EEAEB7CFD4D}"/>
    <dgm:cxn modelId="{587BCBCF-D753-4401-9EDE-D901852593E6}" type="presOf" srcId="{68F8C291-0D0C-424C-B12F-0E303D4CB887}" destId="{DB73B547-C332-4D52-8017-D207C1AF121E}" srcOrd="0" destOrd="0" presId="urn:microsoft.com/office/officeart/2005/8/layout/vList2"/>
    <dgm:cxn modelId="{7E1E4DF4-13A2-4825-AF83-8880303D6D35}" srcId="{08B24BA2-E941-4E27-A80C-82C92330A445}" destId="{E4CA353D-5B2C-44AF-8A2D-F9B28535E086}" srcOrd="2" destOrd="0" parTransId="{25CAEFA0-0034-498A-BE4D-15C3B9CFE39F}" sibTransId="{09E37603-05D3-42D5-A7BF-351DC7C4C01F}"/>
    <dgm:cxn modelId="{3B098EEA-F905-49EB-A374-215D600E6C83}" type="presOf" srcId="{08B24BA2-E941-4E27-A80C-82C92330A445}" destId="{FC7CB5DC-06A1-49F8-9230-9264484CB02D}" srcOrd="0" destOrd="0" presId="urn:microsoft.com/office/officeart/2005/8/layout/vList2"/>
    <dgm:cxn modelId="{4D231980-2B93-48A4-9A7D-0E257FDA301B}" type="presOf" srcId="{E4CA353D-5B2C-44AF-8A2D-F9B28535E086}" destId="{008085E5-4BA3-4483-8417-B18E3826BA5A}" srcOrd="0" destOrd="0" presId="urn:microsoft.com/office/officeart/2005/8/layout/vList2"/>
    <dgm:cxn modelId="{6CCEE4BE-5CAD-4B69-A707-841E7F8FEE7E}" type="presOf" srcId="{F6C9C2DE-474D-4ADB-A396-CE63D13D6899}" destId="{CEDE7C4C-7F7D-45D8-9D5C-01B17311A07C}" srcOrd="0" destOrd="0" presId="urn:microsoft.com/office/officeart/2005/8/layout/vList2"/>
    <dgm:cxn modelId="{F71AF2F5-EC4F-440C-AC6A-E1CDBF6465A9}" srcId="{08B24BA2-E941-4E27-A80C-82C92330A445}" destId="{AFD3512F-E415-4688-AF5E-B8982181B9C5}" srcOrd="3" destOrd="0" parTransId="{4456BBE6-78A1-45C8-AC10-62E616F99A0E}" sibTransId="{9AF4E45A-7153-44E5-84D2-F3E42AD3AF43}"/>
    <dgm:cxn modelId="{B22211F3-1105-4277-A5D5-18AFE326BA1F}" type="presParOf" srcId="{FC7CB5DC-06A1-49F8-9230-9264484CB02D}" destId="{CEDE7C4C-7F7D-45D8-9D5C-01B17311A07C}" srcOrd="0" destOrd="0" presId="urn:microsoft.com/office/officeart/2005/8/layout/vList2"/>
    <dgm:cxn modelId="{D741848C-66D6-4F03-B04B-A938FB17961F}" type="presParOf" srcId="{FC7CB5DC-06A1-49F8-9230-9264484CB02D}" destId="{CF1FF91F-1271-48A2-BE95-A0E8F5539576}" srcOrd="1" destOrd="0" presId="urn:microsoft.com/office/officeart/2005/8/layout/vList2"/>
    <dgm:cxn modelId="{A7C146E8-AB8F-4B0D-BE3B-632CF4C00EB7}" type="presParOf" srcId="{FC7CB5DC-06A1-49F8-9230-9264484CB02D}" destId="{DB73B547-C332-4D52-8017-D207C1AF121E}" srcOrd="2" destOrd="0" presId="urn:microsoft.com/office/officeart/2005/8/layout/vList2"/>
    <dgm:cxn modelId="{6BDE9300-6559-48DB-AAD2-E7114F28A4E3}" type="presParOf" srcId="{FC7CB5DC-06A1-49F8-9230-9264484CB02D}" destId="{C3677EEF-137F-468E-964B-452B10CB6FDA}" srcOrd="3" destOrd="0" presId="urn:microsoft.com/office/officeart/2005/8/layout/vList2"/>
    <dgm:cxn modelId="{29E962E6-B623-43C6-AAA4-4E8EB815FA9D}" type="presParOf" srcId="{FC7CB5DC-06A1-49F8-9230-9264484CB02D}" destId="{008085E5-4BA3-4483-8417-B18E3826BA5A}" srcOrd="4" destOrd="0" presId="urn:microsoft.com/office/officeart/2005/8/layout/vList2"/>
    <dgm:cxn modelId="{A6B3C60B-D85E-4989-AC3B-E0722ECF702A}" type="presParOf" srcId="{FC7CB5DC-06A1-49F8-9230-9264484CB02D}" destId="{9DB101FE-8B98-4159-BD0B-FC7043190CF1}" srcOrd="5" destOrd="0" presId="urn:microsoft.com/office/officeart/2005/8/layout/vList2"/>
    <dgm:cxn modelId="{0DDFBCEA-A7A1-4A4C-9344-C875EC80107C}" type="presParOf" srcId="{FC7CB5DC-06A1-49F8-9230-9264484CB02D}" destId="{65BE3EDD-DA2A-40A7-A05F-8480DD3C8F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0BBC7BA-001F-4526-BB9E-8A8A6094CE2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4213AC-BB6E-424E-9D5E-06F90BDC60DB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 b="1" smtClean="0"/>
            <a:t>Key Takeaways</a:t>
          </a:r>
          <a:endParaRPr lang="en-US"/>
        </a:p>
      </dgm:t>
    </dgm:pt>
    <dgm:pt modelId="{51A2FCA3-48B8-4555-A30C-02699A3A60C4}" type="parTrans" cxnId="{9FF56886-6CB7-4D77-AC17-C3BD9592208D}">
      <dgm:prSet/>
      <dgm:spPr/>
      <dgm:t>
        <a:bodyPr/>
        <a:lstStyle/>
        <a:p>
          <a:endParaRPr lang="en-US"/>
        </a:p>
      </dgm:t>
    </dgm:pt>
    <dgm:pt modelId="{70E102C4-817A-4076-B31E-143585958F1D}" type="sibTrans" cxnId="{9FF56886-6CB7-4D77-AC17-C3BD9592208D}">
      <dgm:prSet/>
      <dgm:spPr/>
      <dgm:t>
        <a:bodyPr/>
        <a:lstStyle/>
        <a:p>
          <a:endParaRPr lang="en-US"/>
        </a:p>
      </dgm:t>
    </dgm:pt>
    <dgm:pt modelId="{4010E7FF-D983-4C3E-B678-95AA8A572D49}">
      <dgm:prSet/>
      <dgm:spPr>
        <a:solidFill>
          <a:srgbClr val="7030A0"/>
        </a:solidFill>
      </dgm:spPr>
      <dgm:t>
        <a:bodyPr/>
        <a:lstStyle/>
        <a:p>
          <a:pPr rtl="0"/>
          <a:r>
            <a:rPr lang="en-US" smtClean="0"/>
            <a:t>Integration of </a:t>
          </a:r>
          <a:r>
            <a:rPr lang="en-US" b="1" smtClean="0"/>
            <a:t>YOLOv3 (for region detection)</a:t>
          </a:r>
          <a:r>
            <a:rPr lang="en-US" smtClean="0"/>
            <a:t> and </a:t>
          </a:r>
          <a:r>
            <a:rPr lang="en-US" b="1" smtClean="0"/>
            <a:t>Tesseract (for text extraction)</a:t>
          </a:r>
          <a:r>
            <a:rPr lang="en-US" smtClean="0"/>
            <a:t> created a powerful hybrid OCR pipeline.</a:t>
          </a:r>
          <a:endParaRPr lang="en-US"/>
        </a:p>
      </dgm:t>
    </dgm:pt>
    <dgm:pt modelId="{3BE5575A-730D-43F0-8135-40D3A273AA46}" type="parTrans" cxnId="{B93CBFD9-B07E-49A9-BFCE-B5E54A7BDE31}">
      <dgm:prSet/>
      <dgm:spPr/>
      <dgm:t>
        <a:bodyPr/>
        <a:lstStyle/>
        <a:p>
          <a:endParaRPr lang="en-US"/>
        </a:p>
      </dgm:t>
    </dgm:pt>
    <dgm:pt modelId="{E2A85E3C-2AAF-4E9A-8EA3-49BE9306BDA0}" type="sibTrans" cxnId="{B93CBFD9-B07E-49A9-BFCE-B5E54A7BDE31}">
      <dgm:prSet/>
      <dgm:spPr/>
      <dgm:t>
        <a:bodyPr/>
        <a:lstStyle/>
        <a:p>
          <a:endParaRPr lang="en-US"/>
        </a:p>
      </dgm:t>
    </dgm:pt>
    <dgm:pt modelId="{0E74C2E1-456A-43E3-92D3-5DEC88E7655B}">
      <dgm:prSet/>
      <dgm:spPr/>
      <dgm:t>
        <a:bodyPr/>
        <a:lstStyle/>
        <a:p>
          <a:pPr rtl="0"/>
          <a:r>
            <a:rPr lang="en-US" smtClean="0"/>
            <a:t>Automated data extraction minimizes manual effort and reduces errors in clinical documentation.</a:t>
          </a:r>
          <a:endParaRPr lang="en-US"/>
        </a:p>
      </dgm:t>
    </dgm:pt>
    <dgm:pt modelId="{BC93FDED-C872-4BA8-9B2A-091866C3357F}" type="parTrans" cxnId="{31E5BD27-7BC2-4612-AB28-7F18C3D79773}">
      <dgm:prSet/>
      <dgm:spPr/>
      <dgm:t>
        <a:bodyPr/>
        <a:lstStyle/>
        <a:p>
          <a:endParaRPr lang="en-US"/>
        </a:p>
      </dgm:t>
    </dgm:pt>
    <dgm:pt modelId="{99FB447E-F10E-49E1-97DF-654D47C69AD1}" type="sibTrans" cxnId="{31E5BD27-7BC2-4612-AB28-7F18C3D79773}">
      <dgm:prSet/>
      <dgm:spPr/>
      <dgm:t>
        <a:bodyPr/>
        <a:lstStyle/>
        <a:p>
          <a:endParaRPr lang="en-US"/>
        </a:p>
      </dgm:t>
    </dgm:pt>
    <dgm:pt modelId="{38BC063A-4884-4F19-A318-7E425E300CD8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pPr rtl="0"/>
          <a:r>
            <a:rPr lang="en-US" smtClean="0"/>
            <a:t>The system design is </a:t>
          </a:r>
          <a:r>
            <a:rPr lang="en-US" b="1" smtClean="0"/>
            <a:t>modular</a:t>
          </a:r>
          <a:r>
            <a:rPr lang="en-US" smtClean="0"/>
            <a:t>, </a:t>
          </a:r>
          <a:r>
            <a:rPr lang="en-US" b="1" smtClean="0"/>
            <a:t>scalable</a:t>
          </a:r>
          <a:r>
            <a:rPr lang="en-US" smtClean="0"/>
            <a:t>, and ready for </a:t>
          </a:r>
          <a:r>
            <a:rPr lang="en-US" b="1" smtClean="0"/>
            <a:t>future deployment on cloud (AWS / Streamlit Cloud)</a:t>
          </a:r>
          <a:r>
            <a:rPr lang="en-US" smtClean="0"/>
            <a:t>.</a:t>
          </a:r>
          <a:endParaRPr lang="en-US"/>
        </a:p>
      </dgm:t>
    </dgm:pt>
    <dgm:pt modelId="{6F98F3E7-FC3C-47B1-BFA7-26F6DB2EFF3C}" type="parTrans" cxnId="{6413BC89-1832-481A-AEBD-0C3D26EDEC8F}">
      <dgm:prSet/>
      <dgm:spPr/>
      <dgm:t>
        <a:bodyPr/>
        <a:lstStyle/>
        <a:p>
          <a:endParaRPr lang="en-US"/>
        </a:p>
      </dgm:t>
    </dgm:pt>
    <dgm:pt modelId="{816FAC0B-3095-44FF-B2E4-D7FB146D5BE6}" type="sibTrans" cxnId="{6413BC89-1832-481A-AEBD-0C3D26EDEC8F}">
      <dgm:prSet/>
      <dgm:spPr/>
      <dgm:t>
        <a:bodyPr/>
        <a:lstStyle/>
        <a:p>
          <a:endParaRPr lang="en-US"/>
        </a:p>
      </dgm:t>
    </dgm:pt>
    <dgm:pt modelId="{A8D31DBD-B8BE-4D4E-A4C5-8E0B3A9DC977}" type="pres">
      <dgm:prSet presAssocID="{80BBC7BA-001F-4526-BB9E-8A8A6094CE2A}" presName="Name0" presStyleCnt="0">
        <dgm:presLayoutVars>
          <dgm:dir/>
          <dgm:resizeHandles val="exact"/>
        </dgm:presLayoutVars>
      </dgm:prSet>
      <dgm:spPr/>
    </dgm:pt>
    <dgm:pt modelId="{0180F47E-F86F-410D-A1E0-BF6BC37D3ED8}" type="pres">
      <dgm:prSet presAssocID="{CF4213AC-BB6E-424E-9D5E-06F90BDC60DB}" presName="node" presStyleLbl="node1" presStyleIdx="0" presStyleCnt="4">
        <dgm:presLayoutVars>
          <dgm:bulletEnabled val="1"/>
        </dgm:presLayoutVars>
      </dgm:prSet>
      <dgm:spPr/>
    </dgm:pt>
    <dgm:pt modelId="{6AD56116-A42C-4F90-89FC-DA14BB4D3D4C}" type="pres">
      <dgm:prSet presAssocID="{70E102C4-817A-4076-B31E-143585958F1D}" presName="sibTrans" presStyleCnt="0"/>
      <dgm:spPr/>
    </dgm:pt>
    <dgm:pt modelId="{A5535EB2-64F4-4DFC-8581-5246B3C8AF7C}" type="pres">
      <dgm:prSet presAssocID="{4010E7FF-D983-4C3E-B678-95AA8A572D49}" presName="node" presStyleLbl="node1" presStyleIdx="1" presStyleCnt="4">
        <dgm:presLayoutVars>
          <dgm:bulletEnabled val="1"/>
        </dgm:presLayoutVars>
      </dgm:prSet>
      <dgm:spPr/>
    </dgm:pt>
    <dgm:pt modelId="{D0159137-E162-4194-A1D5-6BBDE53B2D6F}" type="pres">
      <dgm:prSet presAssocID="{E2A85E3C-2AAF-4E9A-8EA3-49BE9306BDA0}" presName="sibTrans" presStyleCnt="0"/>
      <dgm:spPr/>
    </dgm:pt>
    <dgm:pt modelId="{7F78C367-FD57-4885-AF3F-236230DB4CCF}" type="pres">
      <dgm:prSet presAssocID="{0E74C2E1-456A-43E3-92D3-5DEC88E7655B}" presName="node" presStyleLbl="node1" presStyleIdx="2" presStyleCnt="4">
        <dgm:presLayoutVars>
          <dgm:bulletEnabled val="1"/>
        </dgm:presLayoutVars>
      </dgm:prSet>
      <dgm:spPr/>
    </dgm:pt>
    <dgm:pt modelId="{388E1B1E-B86D-4A2A-B1D6-6EF77058F4C2}" type="pres">
      <dgm:prSet presAssocID="{99FB447E-F10E-49E1-97DF-654D47C69AD1}" presName="sibTrans" presStyleCnt="0"/>
      <dgm:spPr/>
    </dgm:pt>
    <dgm:pt modelId="{545BDC9E-2277-47B2-8178-8064184E0072}" type="pres">
      <dgm:prSet presAssocID="{38BC063A-4884-4F19-A318-7E425E300CD8}" presName="node" presStyleLbl="node1" presStyleIdx="3" presStyleCnt="4">
        <dgm:presLayoutVars>
          <dgm:bulletEnabled val="1"/>
        </dgm:presLayoutVars>
      </dgm:prSet>
      <dgm:spPr/>
    </dgm:pt>
  </dgm:ptLst>
  <dgm:cxnLst>
    <dgm:cxn modelId="{9FF56886-6CB7-4D77-AC17-C3BD9592208D}" srcId="{80BBC7BA-001F-4526-BB9E-8A8A6094CE2A}" destId="{CF4213AC-BB6E-424E-9D5E-06F90BDC60DB}" srcOrd="0" destOrd="0" parTransId="{51A2FCA3-48B8-4555-A30C-02699A3A60C4}" sibTransId="{70E102C4-817A-4076-B31E-143585958F1D}"/>
    <dgm:cxn modelId="{31E5BD27-7BC2-4612-AB28-7F18C3D79773}" srcId="{80BBC7BA-001F-4526-BB9E-8A8A6094CE2A}" destId="{0E74C2E1-456A-43E3-92D3-5DEC88E7655B}" srcOrd="2" destOrd="0" parTransId="{BC93FDED-C872-4BA8-9B2A-091866C3357F}" sibTransId="{99FB447E-F10E-49E1-97DF-654D47C69AD1}"/>
    <dgm:cxn modelId="{60E667E0-0860-4ED6-940B-5A0381CFF72C}" type="presOf" srcId="{0E74C2E1-456A-43E3-92D3-5DEC88E7655B}" destId="{7F78C367-FD57-4885-AF3F-236230DB4CCF}" srcOrd="0" destOrd="0" presId="urn:microsoft.com/office/officeart/2005/8/layout/hList6"/>
    <dgm:cxn modelId="{8751A61A-C8E8-4C44-93F6-42D644221E96}" type="presOf" srcId="{4010E7FF-D983-4C3E-B678-95AA8A572D49}" destId="{A5535EB2-64F4-4DFC-8581-5246B3C8AF7C}" srcOrd="0" destOrd="0" presId="urn:microsoft.com/office/officeart/2005/8/layout/hList6"/>
    <dgm:cxn modelId="{30B16F94-A40E-4424-836B-D9E7CF2BAE7A}" type="presOf" srcId="{38BC063A-4884-4F19-A318-7E425E300CD8}" destId="{545BDC9E-2277-47B2-8178-8064184E0072}" srcOrd="0" destOrd="0" presId="urn:microsoft.com/office/officeart/2005/8/layout/hList6"/>
    <dgm:cxn modelId="{B93CBFD9-B07E-49A9-BFCE-B5E54A7BDE31}" srcId="{80BBC7BA-001F-4526-BB9E-8A8A6094CE2A}" destId="{4010E7FF-D983-4C3E-B678-95AA8A572D49}" srcOrd="1" destOrd="0" parTransId="{3BE5575A-730D-43F0-8135-40D3A273AA46}" sibTransId="{E2A85E3C-2AAF-4E9A-8EA3-49BE9306BDA0}"/>
    <dgm:cxn modelId="{41BDFC00-51A3-4EC7-9CDC-8666C117BF72}" type="presOf" srcId="{80BBC7BA-001F-4526-BB9E-8A8A6094CE2A}" destId="{A8D31DBD-B8BE-4D4E-A4C5-8E0B3A9DC977}" srcOrd="0" destOrd="0" presId="urn:microsoft.com/office/officeart/2005/8/layout/hList6"/>
    <dgm:cxn modelId="{6413BC89-1832-481A-AEBD-0C3D26EDEC8F}" srcId="{80BBC7BA-001F-4526-BB9E-8A8A6094CE2A}" destId="{38BC063A-4884-4F19-A318-7E425E300CD8}" srcOrd="3" destOrd="0" parTransId="{6F98F3E7-FC3C-47B1-BFA7-26F6DB2EFF3C}" sibTransId="{816FAC0B-3095-44FF-B2E4-D7FB146D5BE6}"/>
    <dgm:cxn modelId="{6A6706BB-126A-4C53-80DF-FE0BD3477277}" type="presOf" srcId="{CF4213AC-BB6E-424E-9D5E-06F90BDC60DB}" destId="{0180F47E-F86F-410D-A1E0-BF6BC37D3ED8}" srcOrd="0" destOrd="0" presId="urn:microsoft.com/office/officeart/2005/8/layout/hList6"/>
    <dgm:cxn modelId="{C0314725-590B-47CB-A40F-CE8EF88F7820}" type="presParOf" srcId="{A8D31DBD-B8BE-4D4E-A4C5-8E0B3A9DC977}" destId="{0180F47E-F86F-410D-A1E0-BF6BC37D3ED8}" srcOrd="0" destOrd="0" presId="urn:microsoft.com/office/officeart/2005/8/layout/hList6"/>
    <dgm:cxn modelId="{B0FE5519-1C31-4AF0-A378-EF694B3E9C3C}" type="presParOf" srcId="{A8D31DBD-B8BE-4D4E-A4C5-8E0B3A9DC977}" destId="{6AD56116-A42C-4F90-89FC-DA14BB4D3D4C}" srcOrd="1" destOrd="0" presId="urn:microsoft.com/office/officeart/2005/8/layout/hList6"/>
    <dgm:cxn modelId="{7D5FDE72-4528-4EB6-8B9C-CF957FFB281C}" type="presParOf" srcId="{A8D31DBD-B8BE-4D4E-A4C5-8E0B3A9DC977}" destId="{A5535EB2-64F4-4DFC-8581-5246B3C8AF7C}" srcOrd="2" destOrd="0" presId="urn:microsoft.com/office/officeart/2005/8/layout/hList6"/>
    <dgm:cxn modelId="{BE11AB96-3894-4FC1-9A75-0A9CEB8DFFEA}" type="presParOf" srcId="{A8D31DBD-B8BE-4D4E-A4C5-8E0B3A9DC977}" destId="{D0159137-E162-4194-A1D5-6BBDE53B2D6F}" srcOrd="3" destOrd="0" presId="urn:microsoft.com/office/officeart/2005/8/layout/hList6"/>
    <dgm:cxn modelId="{AF3C61FC-E899-4703-B8D0-06DFDB63E1EB}" type="presParOf" srcId="{A8D31DBD-B8BE-4D4E-A4C5-8E0B3A9DC977}" destId="{7F78C367-FD57-4885-AF3F-236230DB4CCF}" srcOrd="4" destOrd="0" presId="urn:microsoft.com/office/officeart/2005/8/layout/hList6"/>
    <dgm:cxn modelId="{E9880514-7AED-4D9E-9A8F-D625F6DCFAFA}" type="presParOf" srcId="{A8D31DBD-B8BE-4D4E-A4C5-8E0B3A9DC977}" destId="{388E1B1E-B86D-4A2A-B1D6-6EF77058F4C2}" srcOrd="5" destOrd="0" presId="urn:microsoft.com/office/officeart/2005/8/layout/hList6"/>
    <dgm:cxn modelId="{0F112E60-9EF5-454D-9D5F-8C8AE479F992}" type="presParOf" srcId="{A8D31DBD-B8BE-4D4E-A4C5-8E0B3A9DC977}" destId="{545BDC9E-2277-47B2-8178-8064184E0072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88972-6D19-4D0F-8A85-3605BAD549EB}">
      <dsp:nvSpPr>
        <dsp:cNvPr id="0" name=""/>
        <dsp:cNvSpPr/>
      </dsp:nvSpPr>
      <dsp:spPr>
        <a:xfrm>
          <a:off x="1027065" y="2209794"/>
          <a:ext cx="7010368" cy="137161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FDC55-C6CC-409C-B349-D653CA7FDD37}">
      <dsp:nvSpPr>
        <dsp:cNvPr id="0" name=""/>
        <dsp:cNvSpPr/>
      </dsp:nvSpPr>
      <dsp:spPr>
        <a:xfrm>
          <a:off x="344565" y="0"/>
          <a:ext cx="1449455" cy="2316480"/>
        </a:xfrm>
        <a:prstGeom prst="rect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🧠 </a:t>
          </a:r>
          <a:r>
            <a:rPr lang="en-US" sz="1400" b="1" kern="1200" dirty="0" smtClean="0"/>
            <a:t>Develop a Custom OCR Pipeline</a:t>
          </a:r>
          <a:r>
            <a:rPr lang="en-US" sz="1400" kern="1200" dirty="0" smtClean="0"/>
            <a:t/>
          </a:r>
          <a:br>
            <a:rPr lang="en-US" sz="1400" kern="1200" dirty="0" smtClean="0"/>
          </a:br>
          <a:r>
            <a:rPr lang="en-US" sz="1400" kern="1200" dirty="0" smtClean="0"/>
            <a:t>Combine </a:t>
          </a:r>
          <a:r>
            <a:rPr lang="en-US" sz="1400" b="1" kern="1200" dirty="0" smtClean="0"/>
            <a:t>YOLOv3</a:t>
          </a:r>
          <a:r>
            <a:rPr lang="en-US" sz="1400" kern="1200" dirty="0" smtClean="0"/>
            <a:t> for region detection and </a:t>
          </a:r>
          <a:r>
            <a:rPr lang="en-US" sz="1400" b="1" kern="1200" dirty="0" err="1" smtClean="0"/>
            <a:t>Tesseract</a:t>
          </a:r>
          <a:r>
            <a:rPr lang="en-US" sz="1400" b="1" kern="1200" dirty="0" smtClean="0"/>
            <a:t> OCR</a:t>
          </a:r>
          <a:r>
            <a:rPr lang="en-US" sz="1400" kern="1200" dirty="0" smtClean="0"/>
            <a:t> for text extraction.</a:t>
          </a:r>
          <a:endParaRPr lang="en-US" sz="1400" kern="1200" dirty="0"/>
        </a:p>
      </dsp:txBody>
      <dsp:txXfrm>
        <a:off x="344565" y="0"/>
        <a:ext cx="1449455" cy="2316480"/>
      </dsp:txXfrm>
    </dsp:sp>
    <dsp:sp modelId="{1A9E0D67-60D2-4851-BE6C-381E9E6132E3}">
      <dsp:nvSpPr>
        <dsp:cNvPr id="0" name=""/>
        <dsp:cNvSpPr/>
      </dsp:nvSpPr>
      <dsp:spPr>
        <a:xfrm>
          <a:off x="779732" y="2606040"/>
          <a:ext cx="579120" cy="579120"/>
        </a:xfrm>
        <a:prstGeom prst="ellipse">
          <a:avLst/>
        </a:prstGeom>
        <a:solidFill>
          <a:schemeClr val="accent4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52873-28E3-4F31-8017-699A1CAE2D3E}">
      <dsp:nvSpPr>
        <dsp:cNvPr id="0" name=""/>
        <dsp:cNvSpPr/>
      </dsp:nvSpPr>
      <dsp:spPr>
        <a:xfrm>
          <a:off x="1866493" y="3474719"/>
          <a:ext cx="1449455" cy="2316480"/>
        </a:xfrm>
        <a:prstGeom prst="rect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📄 </a:t>
          </a:r>
          <a:r>
            <a:rPr lang="en-US" sz="1400" b="1" kern="1200" dirty="0" smtClean="0"/>
            <a:t>Detect Key Text Regions Automatically</a:t>
          </a:r>
          <a:r>
            <a:rPr lang="en-US" sz="1400" kern="1200" dirty="0" smtClean="0"/>
            <a:t/>
          </a:r>
          <a:br>
            <a:rPr lang="en-US" sz="1400" kern="1200" dirty="0" smtClean="0"/>
          </a:br>
          <a:r>
            <a:rPr lang="en-US" sz="1400" kern="1200" dirty="0" smtClean="0"/>
            <a:t>Identify structured elements — </a:t>
          </a:r>
          <a:r>
            <a:rPr lang="en-US" sz="1400" i="1" kern="1200" dirty="0" smtClean="0"/>
            <a:t>Patient Name, Test Names, and Results</a:t>
          </a:r>
          <a:r>
            <a:rPr lang="en-US" sz="1400" kern="1200" dirty="0" smtClean="0"/>
            <a:t> — regardless of layout.</a:t>
          </a:r>
          <a:endParaRPr lang="en-US" sz="1400" kern="1200" dirty="0"/>
        </a:p>
      </dsp:txBody>
      <dsp:txXfrm>
        <a:off x="1866493" y="3474719"/>
        <a:ext cx="1449455" cy="2316480"/>
      </dsp:txXfrm>
    </dsp:sp>
    <dsp:sp modelId="{3868A2F5-8673-4361-91E2-B4C02B1EA2F1}">
      <dsp:nvSpPr>
        <dsp:cNvPr id="0" name=""/>
        <dsp:cNvSpPr/>
      </dsp:nvSpPr>
      <dsp:spPr>
        <a:xfrm>
          <a:off x="2301661" y="2606039"/>
          <a:ext cx="579120" cy="5791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1E5E1-7C0C-4506-B3CE-E24C748A061C}">
      <dsp:nvSpPr>
        <dsp:cNvPr id="0" name=""/>
        <dsp:cNvSpPr/>
      </dsp:nvSpPr>
      <dsp:spPr>
        <a:xfrm>
          <a:off x="3388421" y="0"/>
          <a:ext cx="1449455" cy="2316480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⚙️ </a:t>
          </a:r>
          <a:r>
            <a:rPr lang="en-US" sz="1400" b="1" kern="1200" dirty="0" smtClean="0"/>
            <a:t>Convert Image Data into Editable Formats</a:t>
          </a:r>
          <a:r>
            <a:rPr lang="en-US" sz="1400" kern="1200" dirty="0" smtClean="0"/>
            <a:t/>
          </a:r>
          <a:br>
            <a:rPr lang="en-US" sz="1400" kern="1200" dirty="0" smtClean="0"/>
          </a:br>
          <a:r>
            <a:rPr lang="en-US" sz="1400" kern="1200" dirty="0" smtClean="0"/>
            <a:t>Generate </a:t>
          </a:r>
          <a:r>
            <a:rPr lang="en-US" sz="1400" b="1" kern="1200" dirty="0" smtClean="0"/>
            <a:t>CSV / PDF</a:t>
          </a:r>
          <a:r>
            <a:rPr lang="en-US" sz="1400" kern="1200" dirty="0" smtClean="0"/>
            <a:t> reports for easy digital use and analysis.</a:t>
          </a:r>
          <a:endParaRPr lang="en-US" sz="1400" kern="1200" dirty="0"/>
        </a:p>
      </dsp:txBody>
      <dsp:txXfrm>
        <a:off x="3388421" y="0"/>
        <a:ext cx="1449455" cy="2316480"/>
      </dsp:txXfrm>
    </dsp:sp>
    <dsp:sp modelId="{BD200EB2-A4C9-43C0-9D39-7AC21B455DB4}">
      <dsp:nvSpPr>
        <dsp:cNvPr id="0" name=""/>
        <dsp:cNvSpPr/>
      </dsp:nvSpPr>
      <dsp:spPr>
        <a:xfrm>
          <a:off x="3823589" y="2606039"/>
          <a:ext cx="579120" cy="579120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A8A16-6145-46CF-A189-7BFC723C46CC}">
      <dsp:nvSpPr>
        <dsp:cNvPr id="0" name=""/>
        <dsp:cNvSpPr/>
      </dsp:nvSpPr>
      <dsp:spPr>
        <a:xfrm>
          <a:off x="4910350" y="3474719"/>
          <a:ext cx="1449455" cy="231648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☁️ </a:t>
          </a:r>
          <a:r>
            <a:rPr lang="en-US" sz="1400" b="1" kern="1200" dirty="0" smtClean="0"/>
            <a:t>Deploy on Cloud Platforms</a:t>
          </a:r>
          <a:r>
            <a:rPr lang="en-US" sz="1400" kern="1200" dirty="0" smtClean="0"/>
            <a:t/>
          </a:r>
          <a:br>
            <a:rPr lang="en-US" sz="1400" kern="1200" dirty="0" smtClean="0"/>
          </a:br>
          <a:r>
            <a:rPr lang="en-US" sz="1400" kern="1200" dirty="0" smtClean="0"/>
            <a:t>Implement and test using </a:t>
          </a:r>
          <a:r>
            <a:rPr lang="en-US" sz="1400" b="1" kern="1200" dirty="0" smtClean="0"/>
            <a:t>AWS </a:t>
          </a:r>
          <a:r>
            <a:rPr lang="en-US" sz="1400" b="1" kern="1200" dirty="0" err="1" smtClean="0"/>
            <a:t>SageMaker</a:t>
          </a:r>
          <a:r>
            <a:rPr lang="en-US" sz="1400" kern="1200" dirty="0" smtClean="0"/>
            <a:t>, </a:t>
          </a:r>
          <a:r>
            <a:rPr lang="en-US" sz="1400" b="1" kern="1200" dirty="0" smtClean="0"/>
            <a:t>Google Drive</a:t>
          </a:r>
          <a:r>
            <a:rPr lang="en-US" sz="1400" kern="1200" dirty="0" smtClean="0"/>
            <a:t>, or </a:t>
          </a:r>
          <a:r>
            <a:rPr lang="en-US" sz="1400" b="1" kern="1200" dirty="0" err="1" smtClean="0"/>
            <a:t>Streamlit</a:t>
          </a:r>
          <a:r>
            <a:rPr lang="en-US" sz="1400" b="1" kern="1200" dirty="0" smtClean="0"/>
            <a:t> Cloud</a:t>
          </a:r>
          <a:r>
            <a:rPr lang="en-US" sz="1400" kern="1200" dirty="0" smtClean="0"/>
            <a:t> for real-time accessibility.</a:t>
          </a:r>
          <a:endParaRPr lang="en-US" sz="1400" kern="1200" dirty="0"/>
        </a:p>
      </dsp:txBody>
      <dsp:txXfrm>
        <a:off x="4910350" y="3474719"/>
        <a:ext cx="1449455" cy="2316480"/>
      </dsp:txXfrm>
    </dsp:sp>
    <dsp:sp modelId="{71799C45-1BDA-43C0-BD92-909B03CDF7FF}">
      <dsp:nvSpPr>
        <dsp:cNvPr id="0" name=""/>
        <dsp:cNvSpPr/>
      </dsp:nvSpPr>
      <dsp:spPr>
        <a:xfrm>
          <a:off x="5345517" y="2606039"/>
          <a:ext cx="579120" cy="579120"/>
        </a:xfrm>
        <a:prstGeom prst="ellipse">
          <a:avLst/>
        </a:prstGeom>
        <a:solidFill>
          <a:srgbClr val="FFFF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AE9C7-4ED0-45EC-89E1-A02691FBC107}">
      <dsp:nvSpPr>
        <dsp:cNvPr id="0" name=""/>
        <dsp:cNvSpPr/>
      </dsp:nvSpPr>
      <dsp:spPr>
        <a:xfrm>
          <a:off x="6432278" y="0"/>
          <a:ext cx="1449455" cy="231648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📈 </a:t>
          </a:r>
          <a:r>
            <a:rPr lang="en-US" sz="1400" b="1" kern="1200" dirty="0" smtClean="0"/>
            <a:t>Ensure Accuracy &amp; Efficiency</a:t>
          </a:r>
          <a:r>
            <a:rPr lang="en-US" sz="1400" kern="1200" dirty="0" smtClean="0"/>
            <a:t/>
          </a:r>
          <a:br>
            <a:rPr lang="en-US" sz="1400" kern="1200" dirty="0" smtClean="0"/>
          </a:br>
          <a:r>
            <a:rPr lang="en-US" sz="1400" kern="1200" dirty="0" smtClean="0"/>
            <a:t>Optimize preprocessing (</a:t>
          </a:r>
          <a:r>
            <a:rPr lang="en-US" sz="1400" kern="1200" dirty="0" err="1" smtClean="0"/>
            <a:t>grayscale</a:t>
          </a:r>
          <a:r>
            <a:rPr lang="en-US" sz="1400" kern="1200" dirty="0" smtClean="0"/>
            <a:t>, </a:t>
          </a:r>
          <a:r>
            <a:rPr lang="en-US" sz="1400" kern="1200" dirty="0" err="1" smtClean="0"/>
            <a:t>thresholding</a:t>
          </a:r>
          <a:r>
            <a:rPr lang="en-US" sz="1400" kern="1200" dirty="0" smtClean="0"/>
            <a:t>, noise removal) to enhance OCR accuracy.</a:t>
          </a:r>
          <a:endParaRPr lang="en-US" sz="1400" kern="1200" dirty="0"/>
        </a:p>
      </dsp:txBody>
      <dsp:txXfrm>
        <a:off x="6432278" y="0"/>
        <a:ext cx="1449455" cy="2316480"/>
      </dsp:txXfrm>
    </dsp:sp>
    <dsp:sp modelId="{710C9A33-3FA3-44DB-9A52-DFBD637E094C}">
      <dsp:nvSpPr>
        <dsp:cNvPr id="0" name=""/>
        <dsp:cNvSpPr/>
      </dsp:nvSpPr>
      <dsp:spPr>
        <a:xfrm>
          <a:off x="6867446" y="2606039"/>
          <a:ext cx="579120" cy="579120"/>
        </a:xfrm>
        <a:prstGeom prst="ellipse">
          <a:avLst/>
        </a:prstGeom>
        <a:solidFill>
          <a:srgbClr val="7030A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B4C4A-BCD4-4412-8A51-E1047C2ACF98}">
      <dsp:nvSpPr>
        <dsp:cNvPr id="0" name=""/>
        <dsp:cNvSpPr/>
      </dsp:nvSpPr>
      <dsp:spPr>
        <a:xfrm>
          <a:off x="0" y="293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BEF689-865E-4F2B-819E-4EBF951A1055}">
      <dsp:nvSpPr>
        <dsp:cNvPr id="0" name=""/>
        <dsp:cNvSpPr/>
      </dsp:nvSpPr>
      <dsp:spPr>
        <a:xfrm>
          <a:off x="0" y="293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1 </a:t>
          </a:r>
          <a:r>
            <a:rPr lang="en-US" sz="1300" b="1" kern="1200" dirty="0" smtClean="0"/>
            <a:t>Data Collection &amp; Annotation</a:t>
          </a:r>
          <a:endParaRPr lang="en-US" sz="1300" kern="1200" dirty="0"/>
        </a:p>
      </dsp:txBody>
      <dsp:txXfrm>
        <a:off x="0" y="2939"/>
        <a:ext cx="8991600" cy="273360"/>
      </dsp:txXfrm>
    </dsp:sp>
    <dsp:sp modelId="{01452962-3729-4BC9-8F79-D6A27E362F62}">
      <dsp:nvSpPr>
        <dsp:cNvPr id="0" name=""/>
        <dsp:cNvSpPr/>
      </dsp:nvSpPr>
      <dsp:spPr>
        <a:xfrm>
          <a:off x="0" y="27629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49106"/>
                <a:satOff val="-572"/>
                <a:lumOff val="-103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49106"/>
                <a:satOff val="-572"/>
                <a:lumOff val="-103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49106"/>
              <a:satOff val="-572"/>
              <a:lumOff val="-103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BFC7C9B-3F11-4C95-A2BD-01D3A90BE527}">
      <dsp:nvSpPr>
        <dsp:cNvPr id="0" name=""/>
        <dsp:cNvSpPr/>
      </dsp:nvSpPr>
      <dsp:spPr>
        <a:xfrm>
          <a:off x="0" y="27629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Gather sample lab reports (scanned/PDF/images).</a:t>
          </a:r>
          <a:endParaRPr lang="en-US" sz="1300" kern="1200"/>
        </a:p>
      </dsp:txBody>
      <dsp:txXfrm>
        <a:off x="0" y="276299"/>
        <a:ext cx="8991600" cy="273360"/>
      </dsp:txXfrm>
    </dsp:sp>
    <dsp:sp modelId="{9B0D28A6-388C-4AB7-BEDF-D0A2F776EC23}">
      <dsp:nvSpPr>
        <dsp:cNvPr id="0" name=""/>
        <dsp:cNvSpPr/>
      </dsp:nvSpPr>
      <dsp:spPr>
        <a:xfrm>
          <a:off x="0" y="54965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98212"/>
                <a:satOff val="-1144"/>
                <a:lumOff val="-206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98212"/>
                <a:satOff val="-1144"/>
                <a:lumOff val="-206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98212"/>
              <a:satOff val="-1144"/>
              <a:lumOff val="-206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8CB562-CA61-49D0-816B-94A31AFBFD0E}">
      <dsp:nvSpPr>
        <dsp:cNvPr id="0" name=""/>
        <dsp:cNvSpPr/>
      </dsp:nvSpPr>
      <dsp:spPr>
        <a:xfrm>
          <a:off x="0" y="54965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Label regions (Name, Age, Test Name, T3, T4, TSH) using LabelImg.</a:t>
          </a:r>
          <a:endParaRPr lang="en-US" sz="1300" kern="1200"/>
        </a:p>
      </dsp:txBody>
      <dsp:txXfrm>
        <a:off x="0" y="549659"/>
        <a:ext cx="8991600" cy="273360"/>
      </dsp:txXfrm>
    </dsp:sp>
    <dsp:sp modelId="{51FCEAAD-3591-475D-9925-DD947AD045CF}">
      <dsp:nvSpPr>
        <dsp:cNvPr id="0" name=""/>
        <dsp:cNvSpPr/>
      </dsp:nvSpPr>
      <dsp:spPr>
        <a:xfrm>
          <a:off x="0" y="82301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147318"/>
                <a:satOff val="-1717"/>
                <a:lumOff val="-308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147318"/>
                <a:satOff val="-1717"/>
                <a:lumOff val="-308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47318"/>
              <a:satOff val="-1717"/>
              <a:lumOff val="-308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11D6C54-00CF-4411-9A82-4EF5DABE0D39}">
      <dsp:nvSpPr>
        <dsp:cNvPr id="0" name=""/>
        <dsp:cNvSpPr/>
      </dsp:nvSpPr>
      <dsp:spPr>
        <a:xfrm>
          <a:off x="0" y="82301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0" y="823019"/>
        <a:ext cx="8991600" cy="273360"/>
      </dsp:txXfrm>
    </dsp:sp>
    <dsp:sp modelId="{AE5DFF30-2BB0-4166-9AA1-802DAC15A459}">
      <dsp:nvSpPr>
        <dsp:cNvPr id="0" name=""/>
        <dsp:cNvSpPr/>
      </dsp:nvSpPr>
      <dsp:spPr>
        <a:xfrm>
          <a:off x="0" y="109637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196423"/>
                <a:satOff val="-2289"/>
                <a:lumOff val="-411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196423"/>
                <a:satOff val="-2289"/>
                <a:lumOff val="-411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96423"/>
              <a:satOff val="-2289"/>
              <a:lumOff val="-411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A0AC8D9-3695-4C55-9FBD-F6E7A160EA1A}">
      <dsp:nvSpPr>
        <dsp:cNvPr id="0" name=""/>
        <dsp:cNvSpPr/>
      </dsp:nvSpPr>
      <dsp:spPr>
        <a:xfrm>
          <a:off x="0" y="109637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2 </a:t>
          </a:r>
          <a:r>
            <a:rPr lang="en-US" sz="1300" b="1" kern="1200" dirty="0" smtClean="0"/>
            <a:t>YOLOv3 Model Training</a:t>
          </a:r>
          <a:endParaRPr lang="en-US" sz="1300" kern="1200" dirty="0"/>
        </a:p>
      </dsp:txBody>
      <dsp:txXfrm>
        <a:off x="0" y="1096379"/>
        <a:ext cx="8991600" cy="273360"/>
      </dsp:txXfrm>
    </dsp:sp>
    <dsp:sp modelId="{CE49C6B4-5E63-47D6-8401-9CFA05295E16}">
      <dsp:nvSpPr>
        <dsp:cNvPr id="0" name=""/>
        <dsp:cNvSpPr/>
      </dsp:nvSpPr>
      <dsp:spPr>
        <a:xfrm>
          <a:off x="0" y="136973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245529"/>
                <a:satOff val="-2861"/>
                <a:lumOff val="-514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245529"/>
                <a:satOff val="-2861"/>
                <a:lumOff val="-514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245529"/>
              <a:satOff val="-2861"/>
              <a:lumOff val="-514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6258B7C-8E2F-46DD-86C3-1F29A8317EC7}">
      <dsp:nvSpPr>
        <dsp:cNvPr id="0" name=""/>
        <dsp:cNvSpPr/>
      </dsp:nvSpPr>
      <dsp:spPr>
        <a:xfrm>
          <a:off x="0" y="136973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Train on labeled data for object detection.</a:t>
          </a:r>
          <a:endParaRPr lang="en-US" sz="1300" kern="1200"/>
        </a:p>
      </dsp:txBody>
      <dsp:txXfrm>
        <a:off x="0" y="1369739"/>
        <a:ext cx="8991600" cy="273360"/>
      </dsp:txXfrm>
    </dsp:sp>
    <dsp:sp modelId="{907A60A3-9A2B-4E57-8E6E-9712E668DB75}">
      <dsp:nvSpPr>
        <dsp:cNvPr id="0" name=""/>
        <dsp:cNvSpPr/>
      </dsp:nvSpPr>
      <dsp:spPr>
        <a:xfrm>
          <a:off x="0" y="164309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294635"/>
                <a:satOff val="-3433"/>
                <a:lumOff val="-617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294635"/>
                <a:satOff val="-3433"/>
                <a:lumOff val="-617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294635"/>
              <a:satOff val="-3433"/>
              <a:lumOff val="-617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32B5E93-E637-4865-888D-8772E8D73F88}">
      <dsp:nvSpPr>
        <dsp:cNvPr id="0" name=""/>
        <dsp:cNvSpPr/>
      </dsp:nvSpPr>
      <dsp:spPr>
        <a:xfrm>
          <a:off x="0" y="164309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Output: bounding boxes around text regions.</a:t>
          </a:r>
          <a:endParaRPr lang="en-US" sz="1300" kern="1200"/>
        </a:p>
      </dsp:txBody>
      <dsp:txXfrm>
        <a:off x="0" y="1643099"/>
        <a:ext cx="8991600" cy="273360"/>
      </dsp:txXfrm>
    </dsp:sp>
    <dsp:sp modelId="{C1D2902F-3C0A-465C-8643-E38D20486DD5}">
      <dsp:nvSpPr>
        <dsp:cNvPr id="0" name=""/>
        <dsp:cNvSpPr/>
      </dsp:nvSpPr>
      <dsp:spPr>
        <a:xfrm>
          <a:off x="0" y="191645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343741"/>
                <a:satOff val="-4006"/>
                <a:lumOff val="-719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343741"/>
                <a:satOff val="-4006"/>
                <a:lumOff val="-719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343741"/>
              <a:satOff val="-4006"/>
              <a:lumOff val="-719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EC2330F-8493-4658-9DC5-E114C2DBCF36}">
      <dsp:nvSpPr>
        <dsp:cNvPr id="0" name=""/>
        <dsp:cNvSpPr/>
      </dsp:nvSpPr>
      <dsp:spPr>
        <a:xfrm>
          <a:off x="0" y="191645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0" y="1916459"/>
        <a:ext cx="8991600" cy="273360"/>
      </dsp:txXfrm>
    </dsp:sp>
    <dsp:sp modelId="{BA013A71-1DFA-4787-8D4B-601E2692E2F4}">
      <dsp:nvSpPr>
        <dsp:cNvPr id="0" name=""/>
        <dsp:cNvSpPr/>
      </dsp:nvSpPr>
      <dsp:spPr>
        <a:xfrm>
          <a:off x="0" y="218981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392847"/>
                <a:satOff val="-4578"/>
                <a:lumOff val="-822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392847"/>
                <a:satOff val="-4578"/>
                <a:lumOff val="-822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392847"/>
              <a:satOff val="-4578"/>
              <a:lumOff val="-822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AEE4DDE-676C-43F6-A216-E421A88F30CF}">
      <dsp:nvSpPr>
        <dsp:cNvPr id="0" name=""/>
        <dsp:cNvSpPr/>
      </dsp:nvSpPr>
      <dsp:spPr>
        <a:xfrm>
          <a:off x="0" y="218981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3 </a:t>
          </a:r>
          <a:r>
            <a:rPr lang="en-US" sz="1300" b="1" kern="1200" dirty="0" smtClean="0"/>
            <a:t>Region Extraction</a:t>
          </a:r>
          <a:endParaRPr lang="en-US" sz="1300" kern="1200" dirty="0"/>
        </a:p>
      </dsp:txBody>
      <dsp:txXfrm>
        <a:off x="0" y="2189819"/>
        <a:ext cx="8991600" cy="273360"/>
      </dsp:txXfrm>
    </dsp:sp>
    <dsp:sp modelId="{B85AB092-59C3-4CF6-8260-873BDEE9FD46}">
      <dsp:nvSpPr>
        <dsp:cNvPr id="0" name=""/>
        <dsp:cNvSpPr/>
      </dsp:nvSpPr>
      <dsp:spPr>
        <a:xfrm>
          <a:off x="0" y="246317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441953"/>
                <a:satOff val="-5150"/>
                <a:lumOff val="-925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441953"/>
                <a:satOff val="-5150"/>
                <a:lumOff val="-925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441953"/>
              <a:satOff val="-5150"/>
              <a:lumOff val="-925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0796981-8ECA-4ADC-B9C3-D8BF7852563C}">
      <dsp:nvSpPr>
        <dsp:cNvPr id="0" name=""/>
        <dsp:cNvSpPr/>
      </dsp:nvSpPr>
      <dsp:spPr>
        <a:xfrm>
          <a:off x="0" y="246317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Crop detected areas using YOLO bounding box coordinates.</a:t>
          </a:r>
          <a:endParaRPr lang="en-US" sz="1300" kern="1200"/>
        </a:p>
      </dsp:txBody>
      <dsp:txXfrm>
        <a:off x="0" y="2463179"/>
        <a:ext cx="8991600" cy="273360"/>
      </dsp:txXfrm>
    </dsp:sp>
    <dsp:sp modelId="{A58A7C7E-CBD0-4F38-A142-3C8E016F8DCA}">
      <dsp:nvSpPr>
        <dsp:cNvPr id="0" name=""/>
        <dsp:cNvSpPr/>
      </dsp:nvSpPr>
      <dsp:spPr>
        <a:xfrm>
          <a:off x="0" y="273653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491059"/>
                <a:satOff val="-5722"/>
                <a:lumOff val="-1028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491059"/>
                <a:satOff val="-5722"/>
                <a:lumOff val="-1028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491059"/>
              <a:satOff val="-5722"/>
              <a:lumOff val="-1028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6FF3C60-56C7-45AA-8C68-A04B98EF052A}">
      <dsp:nvSpPr>
        <dsp:cNvPr id="0" name=""/>
        <dsp:cNvSpPr/>
      </dsp:nvSpPr>
      <dsp:spPr>
        <a:xfrm>
          <a:off x="0" y="273653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0" y="2736539"/>
        <a:ext cx="8991600" cy="273360"/>
      </dsp:txXfrm>
    </dsp:sp>
    <dsp:sp modelId="{2F701E9A-1D30-4E2B-914B-73FC09EFF29F}">
      <dsp:nvSpPr>
        <dsp:cNvPr id="0" name=""/>
        <dsp:cNvSpPr/>
      </dsp:nvSpPr>
      <dsp:spPr>
        <a:xfrm>
          <a:off x="0" y="3009899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540164"/>
                <a:satOff val="-6295"/>
                <a:lumOff val="-113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540164"/>
                <a:satOff val="-6295"/>
                <a:lumOff val="-113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540164"/>
              <a:satOff val="-6295"/>
              <a:lumOff val="-113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2ACDAF2-0B59-4241-86F5-4160C6BCF0E9}">
      <dsp:nvSpPr>
        <dsp:cNvPr id="0" name=""/>
        <dsp:cNvSpPr/>
      </dsp:nvSpPr>
      <dsp:spPr>
        <a:xfrm>
          <a:off x="0" y="3009899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4 </a:t>
          </a:r>
          <a:r>
            <a:rPr lang="en-US" sz="1300" b="1" kern="1200" dirty="0" smtClean="0"/>
            <a:t>Text Recognition (</a:t>
          </a:r>
          <a:r>
            <a:rPr lang="en-US" sz="1300" b="1" kern="1200" dirty="0" err="1" smtClean="0"/>
            <a:t>Tesseract</a:t>
          </a:r>
          <a:r>
            <a:rPr lang="en-US" sz="1300" b="1" kern="1200" dirty="0" smtClean="0"/>
            <a:t> OCR)</a:t>
          </a:r>
          <a:endParaRPr lang="en-US" sz="1300" kern="1200" dirty="0"/>
        </a:p>
      </dsp:txBody>
      <dsp:txXfrm>
        <a:off x="0" y="3009899"/>
        <a:ext cx="8991600" cy="273360"/>
      </dsp:txXfrm>
    </dsp:sp>
    <dsp:sp modelId="{A93CE643-3FC6-4EA6-A289-9F449A31A1E7}">
      <dsp:nvSpPr>
        <dsp:cNvPr id="0" name=""/>
        <dsp:cNvSpPr/>
      </dsp:nvSpPr>
      <dsp:spPr>
        <a:xfrm>
          <a:off x="0" y="328326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589270"/>
                <a:satOff val="-6867"/>
                <a:lumOff val="-1233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589270"/>
                <a:satOff val="-6867"/>
                <a:lumOff val="-1233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589270"/>
              <a:satOff val="-6867"/>
              <a:lumOff val="-1233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D72802-2D85-46E5-894E-3457D2D369A7}">
      <dsp:nvSpPr>
        <dsp:cNvPr id="0" name=""/>
        <dsp:cNvSpPr/>
      </dsp:nvSpPr>
      <dsp:spPr>
        <a:xfrm>
          <a:off x="0" y="328326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Extract text from cropped regions.</a:t>
          </a:r>
          <a:endParaRPr lang="en-US" sz="1300" kern="1200"/>
        </a:p>
      </dsp:txBody>
      <dsp:txXfrm>
        <a:off x="0" y="3283260"/>
        <a:ext cx="8991600" cy="273360"/>
      </dsp:txXfrm>
    </dsp:sp>
    <dsp:sp modelId="{65819303-2DF2-4BD2-8126-538E40A0A4BA}">
      <dsp:nvSpPr>
        <dsp:cNvPr id="0" name=""/>
        <dsp:cNvSpPr/>
      </dsp:nvSpPr>
      <dsp:spPr>
        <a:xfrm>
          <a:off x="0" y="355662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638376"/>
                <a:satOff val="-7439"/>
                <a:lumOff val="-1336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638376"/>
                <a:satOff val="-7439"/>
                <a:lumOff val="-1336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638376"/>
              <a:satOff val="-7439"/>
              <a:lumOff val="-1336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B64CE27-AA90-4887-B467-9709EE979133}">
      <dsp:nvSpPr>
        <dsp:cNvPr id="0" name=""/>
        <dsp:cNvSpPr/>
      </dsp:nvSpPr>
      <dsp:spPr>
        <a:xfrm>
          <a:off x="0" y="355662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Apply preprocessing: grayscale, thresholding, denoising.</a:t>
          </a:r>
          <a:endParaRPr lang="en-US" sz="1300" kern="1200"/>
        </a:p>
      </dsp:txBody>
      <dsp:txXfrm>
        <a:off x="0" y="3556620"/>
        <a:ext cx="8991600" cy="273360"/>
      </dsp:txXfrm>
    </dsp:sp>
    <dsp:sp modelId="{DECE4E90-718F-48E3-8811-3CF742640A0C}">
      <dsp:nvSpPr>
        <dsp:cNvPr id="0" name=""/>
        <dsp:cNvSpPr/>
      </dsp:nvSpPr>
      <dsp:spPr>
        <a:xfrm>
          <a:off x="0" y="382998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687482"/>
                <a:satOff val="-8011"/>
                <a:lumOff val="-1439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687482"/>
                <a:satOff val="-8011"/>
                <a:lumOff val="-1439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687482"/>
              <a:satOff val="-8011"/>
              <a:lumOff val="-1439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51D9190-FF05-4702-9E42-38E84C5FAD70}">
      <dsp:nvSpPr>
        <dsp:cNvPr id="0" name=""/>
        <dsp:cNvSpPr/>
      </dsp:nvSpPr>
      <dsp:spPr>
        <a:xfrm>
          <a:off x="0" y="382998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0" y="3829980"/>
        <a:ext cx="8991600" cy="273360"/>
      </dsp:txXfrm>
    </dsp:sp>
    <dsp:sp modelId="{8521D58B-D135-46FD-8A9A-67202EB55409}">
      <dsp:nvSpPr>
        <dsp:cNvPr id="0" name=""/>
        <dsp:cNvSpPr/>
      </dsp:nvSpPr>
      <dsp:spPr>
        <a:xfrm>
          <a:off x="0" y="410334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736588"/>
                <a:satOff val="-8584"/>
                <a:lumOff val="-1541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736588"/>
                <a:satOff val="-8584"/>
                <a:lumOff val="-1541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736588"/>
              <a:satOff val="-8584"/>
              <a:lumOff val="-1541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CD9A68E-656A-41B9-8A6F-DE409728C2A7}">
      <dsp:nvSpPr>
        <dsp:cNvPr id="0" name=""/>
        <dsp:cNvSpPr/>
      </dsp:nvSpPr>
      <dsp:spPr>
        <a:xfrm>
          <a:off x="0" y="410334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5 </a:t>
          </a:r>
          <a:r>
            <a:rPr lang="en-US" sz="1300" b="1" kern="1200" dirty="0" smtClean="0"/>
            <a:t>Post-Processing &amp; Data Structuring</a:t>
          </a:r>
          <a:endParaRPr lang="en-US" sz="1300" kern="1200" dirty="0"/>
        </a:p>
      </dsp:txBody>
      <dsp:txXfrm>
        <a:off x="0" y="4103340"/>
        <a:ext cx="8991600" cy="273360"/>
      </dsp:txXfrm>
    </dsp:sp>
    <dsp:sp modelId="{E3354E25-74BA-42F6-82EE-F8E578E13F88}">
      <dsp:nvSpPr>
        <dsp:cNvPr id="0" name=""/>
        <dsp:cNvSpPr/>
      </dsp:nvSpPr>
      <dsp:spPr>
        <a:xfrm>
          <a:off x="0" y="437670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785694"/>
                <a:satOff val="-9156"/>
                <a:lumOff val="-1644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785694"/>
                <a:satOff val="-9156"/>
                <a:lumOff val="-1644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785694"/>
              <a:satOff val="-9156"/>
              <a:lumOff val="-1644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2BDB335-75AC-40D0-BD31-C4911D90E7FF}">
      <dsp:nvSpPr>
        <dsp:cNvPr id="0" name=""/>
        <dsp:cNvSpPr/>
      </dsp:nvSpPr>
      <dsp:spPr>
        <a:xfrm>
          <a:off x="0" y="437670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Clean text, map to fields (Patient Name, Test Name, etc.).</a:t>
          </a:r>
          <a:endParaRPr lang="en-US" sz="1300" kern="1200"/>
        </a:p>
      </dsp:txBody>
      <dsp:txXfrm>
        <a:off x="0" y="4376700"/>
        <a:ext cx="8991600" cy="273360"/>
      </dsp:txXfrm>
    </dsp:sp>
    <dsp:sp modelId="{69B3E50C-5AB6-4C21-BFAE-EE8A9991B5C6}">
      <dsp:nvSpPr>
        <dsp:cNvPr id="0" name=""/>
        <dsp:cNvSpPr/>
      </dsp:nvSpPr>
      <dsp:spPr>
        <a:xfrm>
          <a:off x="0" y="465006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834800"/>
                <a:satOff val="-9728"/>
                <a:lumOff val="-1747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834800"/>
                <a:satOff val="-9728"/>
                <a:lumOff val="-1747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834800"/>
              <a:satOff val="-9728"/>
              <a:lumOff val="-1747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3DD777E-46B9-49F6-910C-728C166E647F}">
      <dsp:nvSpPr>
        <dsp:cNvPr id="0" name=""/>
        <dsp:cNvSpPr/>
      </dsp:nvSpPr>
      <dsp:spPr>
        <a:xfrm>
          <a:off x="0" y="465006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Store structured info in JSON/CSV.</a:t>
          </a:r>
          <a:endParaRPr lang="en-US" sz="1300" kern="1200"/>
        </a:p>
      </dsp:txBody>
      <dsp:txXfrm>
        <a:off x="0" y="4650060"/>
        <a:ext cx="8991600" cy="273360"/>
      </dsp:txXfrm>
    </dsp:sp>
    <dsp:sp modelId="{3E6C5C40-9057-4AA3-A571-1A10042E0B71}">
      <dsp:nvSpPr>
        <dsp:cNvPr id="0" name=""/>
        <dsp:cNvSpPr/>
      </dsp:nvSpPr>
      <dsp:spPr>
        <a:xfrm>
          <a:off x="0" y="492342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883905"/>
                <a:satOff val="-10300"/>
                <a:lumOff val="-185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883905"/>
                <a:satOff val="-10300"/>
                <a:lumOff val="-185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883905"/>
              <a:satOff val="-10300"/>
              <a:lumOff val="-185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1334125-77AC-486C-A195-FC59887A1375}">
      <dsp:nvSpPr>
        <dsp:cNvPr id="0" name=""/>
        <dsp:cNvSpPr/>
      </dsp:nvSpPr>
      <dsp:spPr>
        <a:xfrm>
          <a:off x="0" y="492342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0" y="4923420"/>
        <a:ext cx="8991600" cy="273360"/>
      </dsp:txXfrm>
    </dsp:sp>
    <dsp:sp modelId="{0317074F-513D-4256-9AB0-6B37BAAB7992}">
      <dsp:nvSpPr>
        <dsp:cNvPr id="0" name=""/>
        <dsp:cNvSpPr/>
      </dsp:nvSpPr>
      <dsp:spPr>
        <a:xfrm>
          <a:off x="0" y="519678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933011"/>
                <a:satOff val="-10873"/>
                <a:lumOff val="-1952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933011"/>
                <a:satOff val="-10873"/>
                <a:lumOff val="-1952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933011"/>
              <a:satOff val="-10873"/>
              <a:lumOff val="-1952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571CBDB-F0B6-4175-8F92-88073A77A51D}">
      <dsp:nvSpPr>
        <dsp:cNvPr id="0" name=""/>
        <dsp:cNvSpPr/>
      </dsp:nvSpPr>
      <dsp:spPr>
        <a:xfrm>
          <a:off x="0" y="519678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6 </a:t>
          </a:r>
          <a:r>
            <a:rPr lang="en-US" sz="1300" b="1" kern="1200" dirty="0" smtClean="0"/>
            <a:t>Report Generation &amp; Deployment</a:t>
          </a:r>
          <a:endParaRPr lang="en-US" sz="1300" kern="1200" dirty="0"/>
        </a:p>
      </dsp:txBody>
      <dsp:txXfrm>
        <a:off x="0" y="5196780"/>
        <a:ext cx="8991600" cy="273360"/>
      </dsp:txXfrm>
    </dsp:sp>
    <dsp:sp modelId="{78AE09BF-A0E1-4D9D-BCB9-122B4D8A49C5}">
      <dsp:nvSpPr>
        <dsp:cNvPr id="0" name=""/>
        <dsp:cNvSpPr/>
      </dsp:nvSpPr>
      <dsp:spPr>
        <a:xfrm>
          <a:off x="0" y="547014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982117"/>
                <a:satOff val="-11445"/>
                <a:lumOff val="-2055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982117"/>
                <a:satOff val="-11445"/>
                <a:lumOff val="-2055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982117"/>
              <a:satOff val="-11445"/>
              <a:lumOff val="-2055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2D1B211-F4C2-4D7C-A24D-8B2BFABEB109}">
      <dsp:nvSpPr>
        <dsp:cNvPr id="0" name=""/>
        <dsp:cNvSpPr/>
      </dsp:nvSpPr>
      <dsp:spPr>
        <a:xfrm>
          <a:off x="0" y="547014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Generate downloadable PDF reports.</a:t>
          </a:r>
          <a:endParaRPr lang="en-US" sz="1300" kern="1200"/>
        </a:p>
      </dsp:txBody>
      <dsp:txXfrm>
        <a:off x="0" y="5470140"/>
        <a:ext cx="8991600" cy="273360"/>
      </dsp:txXfrm>
    </dsp:sp>
    <dsp:sp modelId="{BD4E522E-F819-4BAD-B388-02C6F0156A5F}">
      <dsp:nvSpPr>
        <dsp:cNvPr id="0" name=""/>
        <dsp:cNvSpPr/>
      </dsp:nvSpPr>
      <dsp:spPr>
        <a:xfrm>
          <a:off x="0" y="5743500"/>
          <a:ext cx="8991600" cy="0"/>
        </a:xfrm>
        <a:prstGeom prst="line">
          <a:avLst/>
        </a:prstGeom>
        <a:gradFill rotWithShape="0">
          <a:gsLst>
            <a:gs pos="28000">
              <a:schemeClr val="accent5">
                <a:hueOff val="-1031223"/>
                <a:satOff val="-12017"/>
                <a:lumOff val="-2158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5">
                <a:hueOff val="-1031223"/>
                <a:satOff val="-12017"/>
                <a:lumOff val="-2158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031223"/>
              <a:satOff val="-12017"/>
              <a:lumOff val="-2158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2915E1C-82A1-4610-8E04-900925B8F348}">
      <dsp:nvSpPr>
        <dsp:cNvPr id="0" name=""/>
        <dsp:cNvSpPr/>
      </dsp:nvSpPr>
      <dsp:spPr>
        <a:xfrm>
          <a:off x="0" y="5743500"/>
          <a:ext cx="8991600" cy="27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Deploy app using </a:t>
          </a:r>
          <a:r>
            <a:rPr lang="en-US" sz="1300" b="1" kern="1200" smtClean="0"/>
            <a:t>Streamlit</a:t>
          </a:r>
          <a:r>
            <a:rPr lang="en-US" sz="1300" kern="1200" smtClean="0"/>
            <a:t> for real-time use.</a:t>
          </a:r>
          <a:endParaRPr lang="en-US" sz="1300" kern="1200"/>
        </a:p>
      </dsp:txBody>
      <dsp:txXfrm>
        <a:off x="0" y="5743500"/>
        <a:ext cx="8991600" cy="2733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CE197-BA38-4D29-A94A-79865FFA0F14}">
      <dsp:nvSpPr>
        <dsp:cNvPr id="0" name=""/>
        <dsp:cNvSpPr/>
      </dsp:nvSpPr>
      <dsp:spPr>
        <a:xfrm>
          <a:off x="3599947" y="1280510"/>
          <a:ext cx="1715505" cy="1715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B7CDD81-D32F-4A91-B1B7-856A3C7912BE}">
      <dsp:nvSpPr>
        <dsp:cNvPr id="0" name=""/>
        <dsp:cNvSpPr/>
      </dsp:nvSpPr>
      <dsp:spPr>
        <a:xfrm>
          <a:off x="3385508" y="0"/>
          <a:ext cx="2144382" cy="116814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Dataset Collection:</a:t>
          </a:r>
          <a:br>
            <a:rPr lang="en-US" sz="1400" b="1" kern="1200" smtClean="0">
              <a:latin typeface="Times New Roman" pitchFamily="18" charset="0"/>
              <a:cs typeface="Times New Roman" pitchFamily="18" charset="0"/>
            </a:rPr>
          </a:b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Gathered lab report images containing patient and test information.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3385508" y="0"/>
        <a:ext cx="2144382" cy="1168145"/>
      </dsp:txXfrm>
    </dsp:sp>
    <dsp:sp modelId="{5B6BF516-2460-4F6C-ACC3-4201BD22D07C}">
      <dsp:nvSpPr>
        <dsp:cNvPr id="0" name=""/>
        <dsp:cNvSpPr/>
      </dsp:nvSpPr>
      <dsp:spPr>
        <a:xfrm>
          <a:off x="4156771" y="1602028"/>
          <a:ext cx="1715505" cy="1715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4740955-B9D4-41AE-927E-3BC31CD45F73}">
      <dsp:nvSpPr>
        <dsp:cNvPr id="0" name=""/>
        <dsp:cNvSpPr/>
      </dsp:nvSpPr>
      <dsp:spPr>
        <a:xfrm>
          <a:off x="5999510" y="1112520"/>
          <a:ext cx="2032159" cy="127939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Annotation Process:</a:t>
          </a:r>
          <a:br>
            <a:rPr lang="en-US" sz="1400" b="1" kern="1200" smtClean="0">
              <a:latin typeface="Times New Roman" pitchFamily="18" charset="0"/>
              <a:cs typeface="Times New Roman" pitchFamily="18" charset="0"/>
            </a:rPr>
          </a:b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Used </a:t>
          </a:r>
          <a:r>
            <a:rPr lang="en-US" sz="1400" b="1" i="1" kern="1200" smtClean="0">
              <a:latin typeface="Times New Roman" pitchFamily="18" charset="0"/>
              <a:cs typeface="Times New Roman" pitchFamily="18" charset="0"/>
            </a:rPr>
            <a:t>LabelImg</a:t>
          </a: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 to annotate key fields such as: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>
              <a:latin typeface="Times New Roman" pitchFamily="18" charset="0"/>
              <a:cs typeface="Times New Roman" pitchFamily="18" charset="0"/>
            </a:rPr>
            <a:t>Patient Name</a:t>
          </a:r>
          <a:endParaRPr lang="en-US" sz="1400" b="1" kern="1200" dirty="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Age/Sex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Sample ID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Test Name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T3, T4, and TSH values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5999510" y="1112520"/>
        <a:ext cx="2032159" cy="1279397"/>
      </dsp:txXfrm>
    </dsp:sp>
    <dsp:sp modelId="{8BE876D6-EB0F-47EF-B0B5-9D393D35ADF6}">
      <dsp:nvSpPr>
        <dsp:cNvPr id="0" name=""/>
        <dsp:cNvSpPr/>
      </dsp:nvSpPr>
      <dsp:spPr>
        <a:xfrm>
          <a:off x="4156771" y="2245065"/>
          <a:ext cx="1715505" cy="1715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5FCEFB-5FE0-4604-AA50-DA899B748300}">
      <dsp:nvSpPr>
        <dsp:cNvPr id="0" name=""/>
        <dsp:cNvSpPr/>
      </dsp:nvSpPr>
      <dsp:spPr>
        <a:xfrm>
          <a:off x="5999510" y="3020491"/>
          <a:ext cx="2032159" cy="14295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Annotation Format:</a:t>
          </a:r>
          <a:br>
            <a:rPr lang="en-US" sz="1400" b="1" kern="1200" smtClean="0">
              <a:latin typeface="Times New Roman" pitchFamily="18" charset="0"/>
              <a:cs typeface="Times New Roman" pitchFamily="18" charset="0"/>
            </a:rPr>
          </a:b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Exported annotations in YOLO format: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5999510" y="3020491"/>
        <a:ext cx="2032159" cy="1429588"/>
      </dsp:txXfrm>
    </dsp:sp>
    <dsp:sp modelId="{3950EF24-E342-4C4A-AE5A-B639FB0103B7}">
      <dsp:nvSpPr>
        <dsp:cNvPr id="0" name=""/>
        <dsp:cNvSpPr/>
      </dsp:nvSpPr>
      <dsp:spPr>
        <a:xfrm>
          <a:off x="3599947" y="2567139"/>
          <a:ext cx="1715505" cy="1715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B41CB3F-4D75-4633-8F21-4C595C230B2A}">
      <dsp:nvSpPr>
        <dsp:cNvPr id="0" name=""/>
        <dsp:cNvSpPr/>
      </dsp:nvSpPr>
      <dsp:spPr>
        <a:xfrm>
          <a:off x="3385508" y="4394454"/>
          <a:ext cx="2144382" cy="116814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class_id x_center y_center width height 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3385508" y="4394454"/>
        <a:ext cx="2144382" cy="1168145"/>
      </dsp:txXfrm>
    </dsp:sp>
    <dsp:sp modelId="{050A346F-B70A-4B8B-8F35-419B697CD9D6}">
      <dsp:nvSpPr>
        <dsp:cNvPr id="0" name=""/>
        <dsp:cNvSpPr/>
      </dsp:nvSpPr>
      <dsp:spPr>
        <a:xfrm>
          <a:off x="3043122" y="2245065"/>
          <a:ext cx="1715505" cy="1715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F982CE-219E-4258-A9A9-BD11B002607C}">
      <dsp:nvSpPr>
        <dsp:cNvPr id="0" name=""/>
        <dsp:cNvSpPr/>
      </dsp:nvSpPr>
      <dsp:spPr>
        <a:xfrm>
          <a:off x="883729" y="3020491"/>
          <a:ext cx="2032159" cy="14295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Preprocessing: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Resized all images to 416×416 pixels (YOLO input size).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Enhanced clarity using brightness/contrast adjustments.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Ensured proper image–annotation matching.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883729" y="3020491"/>
        <a:ext cx="2032159" cy="1429588"/>
      </dsp:txXfrm>
    </dsp:sp>
    <dsp:sp modelId="{14EAFA00-3040-4557-B32D-BA40B3C2150E}">
      <dsp:nvSpPr>
        <dsp:cNvPr id="0" name=""/>
        <dsp:cNvSpPr/>
      </dsp:nvSpPr>
      <dsp:spPr>
        <a:xfrm>
          <a:off x="3043122" y="1602028"/>
          <a:ext cx="1715505" cy="17155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7F8BDF-79B4-4BE1-AD7D-07C77E3ADD7C}">
      <dsp:nvSpPr>
        <dsp:cNvPr id="0" name=""/>
        <dsp:cNvSpPr/>
      </dsp:nvSpPr>
      <dsp:spPr>
        <a:xfrm>
          <a:off x="883729" y="1112520"/>
          <a:ext cx="2032159" cy="142958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Data Split: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80% of images used for training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20% reserved for testing and validation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883729" y="1112520"/>
        <a:ext cx="2032159" cy="14295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7A493-FA27-4EBD-81D0-CCC349648C7A}">
      <dsp:nvSpPr>
        <dsp:cNvPr id="0" name=""/>
        <dsp:cNvSpPr/>
      </dsp:nvSpPr>
      <dsp:spPr>
        <a:xfrm>
          <a:off x="0" y="0"/>
          <a:ext cx="8754441" cy="533400"/>
        </a:xfrm>
        <a:prstGeom prst="roundRect">
          <a:avLst>
            <a:gd name="adj" fmla="val 10000"/>
          </a:avLst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🖼️ </a:t>
          </a:r>
          <a:r>
            <a:rPr lang="en-US" sz="1900" i="1" kern="1200" dirty="0" smtClean="0"/>
            <a:t>Image Region</a:t>
          </a:r>
          <a:r>
            <a:rPr lang="en-US" sz="1900" kern="1200" dirty="0" smtClean="0"/>
            <a:t> → ⚙️ </a:t>
          </a:r>
          <a:r>
            <a:rPr lang="en-US" sz="1900" i="1" kern="1200" dirty="0" smtClean="0"/>
            <a:t>Preprocess</a:t>
          </a:r>
          <a:r>
            <a:rPr lang="en-US" sz="1900" kern="1200" dirty="0" smtClean="0"/>
            <a:t> → 🧠 </a:t>
          </a:r>
          <a:r>
            <a:rPr lang="en-US" sz="1900" i="1" kern="1200" dirty="0" smtClean="0"/>
            <a:t>OCR Engine</a:t>
          </a:r>
          <a:r>
            <a:rPr lang="en-US" sz="1900" kern="1200" dirty="0" smtClean="0"/>
            <a:t> → 📋 </a:t>
          </a:r>
          <a:r>
            <a:rPr lang="en-US" sz="1900" i="1" kern="1200" dirty="0" smtClean="0"/>
            <a:t>Structured Output</a:t>
          </a:r>
          <a:endParaRPr lang="en-US" sz="1900" kern="1200" dirty="0"/>
        </a:p>
      </dsp:txBody>
      <dsp:txXfrm>
        <a:off x="15623" y="15623"/>
        <a:ext cx="8723195" cy="5021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28CD9-9BD6-41A5-923B-01D0275A5445}">
      <dsp:nvSpPr>
        <dsp:cNvPr id="0" name=""/>
        <dsp:cNvSpPr/>
      </dsp:nvSpPr>
      <dsp:spPr>
        <a:xfrm>
          <a:off x="3850" y="6948"/>
          <a:ext cx="1683387" cy="1814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YOLOv3 Model</a:t>
          </a:r>
          <a:r>
            <a:rPr lang="en-US" sz="1700" kern="1200" smtClean="0"/>
            <a:t> – Detects regions of interest (bounding boxes).</a:t>
          </a:r>
          <a:endParaRPr lang="en-US" sz="1700" kern="1200"/>
        </a:p>
      </dsp:txBody>
      <dsp:txXfrm>
        <a:off x="53155" y="56253"/>
        <a:ext cx="1584777" cy="1716292"/>
      </dsp:txXfrm>
    </dsp:sp>
    <dsp:sp modelId="{46CD059E-9C6E-45ED-8640-CCE697AD6B05}">
      <dsp:nvSpPr>
        <dsp:cNvPr id="0" name=""/>
        <dsp:cNvSpPr/>
      </dsp:nvSpPr>
      <dsp:spPr>
        <a:xfrm>
          <a:off x="1855576" y="705659"/>
          <a:ext cx="356878" cy="417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855576" y="789155"/>
        <a:ext cx="249815" cy="250488"/>
      </dsp:txXfrm>
    </dsp:sp>
    <dsp:sp modelId="{D9AC2CF6-CD51-4D5B-B7C1-0A86279567A6}">
      <dsp:nvSpPr>
        <dsp:cNvPr id="0" name=""/>
        <dsp:cNvSpPr/>
      </dsp:nvSpPr>
      <dsp:spPr>
        <a:xfrm>
          <a:off x="2360593" y="6948"/>
          <a:ext cx="1683387" cy="1814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Tesseract OCR</a:t>
          </a:r>
          <a:r>
            <a:rPr lang="en-US" sz="1700" kern="1200" smtClean="0"/>
            <a:t> – Extracts readable text from cropped regions.</a:t>
          </a:r>
          <a:endParaRPr lang="en-US" sz="1700" kern="1200"/>
        </a:p>
      </dsp:txBody>
      <dsp:txXfrm>
        <a:off x="2409898" y="56253"/>
        <a:ext cx="1584777" cy="1716292"/>
      </dsp:txXfrm>
    </dsp:sp>
    <dsp:sp modelId="{F1846AD3-D22E-43A6-A99B-134A8B185373}">
      <dsp:nvSpPr>
        <dsp:cNvPr id="0" name=""/>
        <dsp:cNvSpPr/>
      </dsp:nvSpPr>
      <dsp:spPr>
        <a:xfrm>
          <a:off x="4212319" y="705659"/>
          <a:ext cx="356878" cy="417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212319" y="789155"/>
        <a:ext cx="249815" cy="250488"/>
      </dsp:txXfrm>
    </dsp:sp>
    <dsp:sp modelId="{1F33A4F8-4F88-4C8B-BA38-3A692A43C682}">
      <dsp:nvSpPr>
        <dsp:cNvPr id="0" name=""/>
        <dsp:cNvSpPr/>
      </dsp:nvSpPr>
      <dsp:spPr>
        <a:xfrm>
          <a:off x="4717336" y="6948"/>
          <a:ext cx="1683387" cy="1814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Streamlit App</a:t>
          </a:r>
          <a:r>
            <a:rPr lang="en-US" sz="1700" kern="1200" smtClean="0"/>
            <a:t> – Provides user-friendly web interface for uploading and viewing results.</a:t>
          </a:r>
          <a:endParaRPr lang="en-US" sz="1700" kern="1200"/>
        </a:p>
      </dsp:txBody>
      <dsp:txXfrm>
        <a:off x="4766641" y="56253"/>
        <a:ext cx="1584777" cy="1716292"/>
      </dsp:txXfrm>
    </dsp:sp>
    <dsp:sp modelId="{14DF72F3-C5D7-4693-B885-3ADC93A105B1}">
      <dsp:nvSpPr>
        <dsp:cNvPr id="0" name=""/>
        <dsp:cNvSpPr/>
      </dsp:nvSpPr>
      <dsp:spPr>
        <a:xfrm>
          <a:off x="6569062" y="705659"/>
          <a:ext cx="356878" cy="417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6569062" y="789155"/>
        <a:ext cx="249815" cy="250488"/>
      </dsp:txXfrm>
    </dsp:sp>
    <dsp:sp modelId="{06B29D5A-6150-4504-84C3-9253F5F78CA2}">
      <dsp:nvSpPr>
        <dsp:cNvPr id="0" name=""/>
        <dsp:cNvSpPr/>
      </dsp:nvSpPr>
      <dsp:spPr>
        <a:xfrm>
          <a:off x="7074078" y="6948"/>
          <a:ext cx="1683387" cy="1814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Google Drive</a:t>
          </a:r>
          <a:r>
            <a:rPr lang="en-US" sz="1700" kern="1200" dirty="0" smtClean="0"/>
            <a:t> – Used for data storage, model weights, and output reports.</a:t>
          </a:r>
          <a:endParaRPr lang="en-US" sz="1700" kern="1200" dirty="0"/>
        </a:p>
      </dsp:txBody>
      <dsp:txXfrm>
        <a:off x="7123383" y="56253"/>
        <a:ext cx="1584777" cy="17162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FB150-3833-42D3-9258-EAD31AE43108}">
      <dsp:nvSpPr>
        <dsp:cNvPr id="0" name=""/>
        <dsp:cNvSpPr/>
      </dsp:nvSpPr>
      <dsp:spPr>
        <a:xfrm>
          <a:off x="-3703485" y="-568975"/>
          <a:ext cx="4414550" cy="4414550"/>
        </a:xfrm>
        <a:prstGeom prst="blockArc">
          <a:avLst>
            <a:gd name="adj1" fmla="val 18900000"/>
            <a:gd name="adj2" fmla="val 2700000"/>
            <a:gd name="adj3" fmla="val 48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138123-829F-4625-ABF1-23A377FC6B8D}">
      <dsp:nvSpPr>
        <dsp:cNvPr id="0" name=""/>
        <dsp:cNvSpPr/>
      </dsp:nvSpPr>
      <dsp:spPr>
        <a:xfrm>
          <a:off x="533405" y="76201"/>
          <a:ext cx="4106218" cy="537648"/>
        </a:xfrm>
        <a:prstGeom prst="rect">
          <a:avLst/>
        </a:prstGeom>
        <a:gradFill rotWithShape="1">
          <a:gsLst>
            <a:gs pos="0">
              <a:schemeClr val="accent3">
                <a:lumMod val="95000"/>
              </a:schemeClr>
            </a:gs>
            <a:gs pos="100000">
              <a:schemeClr val="accent3">
                <a:shade val="82000"/>
                <a:satMod val="125000"/>
                <a:lumMod val="74000"/>
              </a:schemeClr>
            </a:gs>
          </a:gsLst>
          <a:lin ang="5400000" scaled="0"/>
        </a:gradFill>
        <a:ln w="9525" cap="flat" cmpd="sng" algn="ctr">
          <a:solidFill>
            <a:schemeClr val="accent3"/>
          </a:solidFill>
          <a:prstDash val="solid"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alanced" dir="tr"/>
        </a:scene3d>
        <a:sp3d prstMaterial="matte">
          <a:bevelT w="19050" h="38100"/>
        </a:sp3d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273812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Workflow Overview</a:t>
          </a:r>
          <a:endParaRPr lang="en-US" sz="1800" kern="1200"/>
        </a:p>
      </dsp:txBody>
      <dsp:txXfrm>
        <a:off x="533405" y="76201"/>
        <a:ext cx="4106218" cy="537648"/>
      </dsp:txXfrm>
    </dsp:sp>
    <dsp:sp modelId="{9B18F8E8-70F3-4879-9135-AC0DF7258B24}">
      <dsp:nvSpPr>
        <dsp:cNvPr id="0" name=""/>
        <dsp:cNvSpPr/>
      </dsp:nvSpPr>
      <dsp:spPr>
        <a:xfrm>
          <a:off x="50632" y="129425"/>
          <a:ext cx="431200" cy="431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07EC5-10F0-4DE5-A523-E1EF7C74E35E}">
      <dsp:nvSpPr>
        <dsp:cNvPr id="0" name=""/>
        <dsp:cNvSpPr/>
      </dsp:nvSpPr>
      <dsp:spPr>
        <a:xfrm>
          <a:off x="549986" y="689920"/>
          <a:ext cx="8471697" cy="344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12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User uploads a lab report through the </a:t>
          </a:r>
          <a:r>
            <a:rPr lang="en-US" sz="1800" b="1" kern="1200" smtClean="0"/>
            <a:t>Streamlit UI</a:t>
          </a:r>
          <a:r>
            <a:rPr lang="en-US" sz="1800" kern="1200" smtClean="0"/>
            <a:t>.</a:t>
          </a:r>
          <a:endParaRPr lang="en-US" sz="1800" kern="1200"/>
        </a:p>
      </dsp:txBody>
      <dsp:txXfrm>
        <a:off x="549986" y="689920"/>
        <a:ext cx="8471697" cy="344960"/>
      </dsp:txXfrm>
    </dsp:sp>
    <dsp:sp modelId="{C80EA193-F7AC-4702-8DEA-58A9267F22E3}">
      <dsp:nvSpPr>
        <dsp:cNvPr id="0" name=""/>
        <dsp:cNvSpPr/>
      </dsp:nvSpPr>
      <dsp:spPr>
        <a:xfrm>
          <a:off x="334386" y="646800"/>
          <a:ext cx="431200" cy="431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BE115-97AB-4B22-888E-DF1C50D10EB2}">
      <dsp:nvSpPr>
        <dsp:cNvPr id="0" name=""/>
        <dsp:cNvSpPr/>
      </dsp:nvSpPr>
      <dsp:spPr>
        <a:xfrm>
          <a:off x="679739" y="1207296"/>
          <a:ext cx="8341943" cy="344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12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Image is passed to the </a:t>
          </a:r>
          <a:r>
            <a:rPr lang="en-US" sz="1800" b="1" kern="1200" smtClean="0"/>
            <a:t>YOLOv3 model</a:t>
          </a:r>
          <a:r>
            <a:rPr lang="en-US" sz="1800" kern="1200" smtClean="0"/>
            <a:t> to detect text fields.</a:t>
          </a:r>
          <a:endParaRPr lang="en-US" sz="1800" kern="1200"/>
        </a:p>
      </dsp:txBody>
      <dsp:txXfrm>
        <a:off x="679739" y="1207296"/>
        <a:ext cx="8341943" cy="344960"/>
      </dsp:txXfrm>
    </dsp:sp>
    <dsp:sp modelId="{EA6FB45E-4DDE-4F28-B611-1C8C3244F562}">
      <dsp:nvSpPr>
        <dsp:cNvPr id="0" name=""/>
        <dsp:cNvSpPr/>
      </dsp:nvSpPr>
      <dsp:spPr>
        <a:xfrm>
          <a:off x="464139" y="1164175"/>
          <a:ext cx="431200" cy="431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7EB2C-3DC0-4F5B-8F37-7D263E2F8778}">
      <dsp:nvSpPr>
        <dsp:cNvPr id="0" name=""/>
        <dsp:cNvSpPr/>
      </dsp:nvSpPr>
      <dsp:spPr>
        <a:xfrm>
          <a:off x="679739" y="1724343"/>
          <a:ext cx="8341943" cy="344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12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Detected fields are cropped and sent to </a:t>
          </a:r>
          <a:r>
            <a:rPr lang="en-US" sz="1800" b="1" kern="1200" smtClean="0"/>
            <a:t>Tesseract OCR</a:t>
          </a:r>
          <a:r>
            <a:rPr lang="en-US" sz="1800" kern="1200" smtClean="0"/>
            <a:t> for text extraction.</a:t>
          </a:r>
          <a:endParaRPr lang="en-US" sz="1800" kern="1200"/>
        </a:p>
      </dsp:txBody>
      <dsp:txXfrm>
        <a:off x="679739" y="1724343"/>
        <a:ext cx="8341943" cy="344960"/>
      </dsp:txXfrm>
    </dsp:sp>
    <dsp:sp modelId="{9599047C-9E55-4EA9-ABA2-54C05AB13E6E}">
      <dsp:nvSpPr>
        <dsp:cNvPr id="0" name=""/>
        <dsp:cNvSpPr/>
      </dsp:nvSpPr>
      <dsp:spPr>
        <a:xfrm>
          <a:off x="464139" y="1681223"/>
          <a:ext cx="431200" cy="431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4FE14-C810-4E15-8F38-3450AC02A4FC}">
      <dsp:nvSpPr>
        <dsp:cNvPr id="0" name=""/>
        <dsp:cNvSpPr/>
      </dsp:nvSpPr>
      <dsp:spPr>
        <a:xfrm>
          <a:off x="549986" y="2241718"/>
          <a:ext cx="8471697" cy="344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12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Extracted text is structured (JSON, CSV, or PDF).</a:t>
          </a:r>
          <a:endParaRPr lang="en-US" sz="1800" kern="1200"/>
        </a:p>
      </dsp:txBody>
      <dsp:txXfrm>
        <a:off x="549986" y="2241718"/>
        <a:ext cx="8471697" cy="344960"/>
      </dsp:txXfrm>
    </dsp:sp>
    <dsp:sp modelId="{7461BB39-11C3-4214-8F0B-F0F98BE6D70F}">
      <dsp:nvSpPr>
        <dsp:cNvPr id="0" name=""/>
        <dsp:cNvSpPr/>
      </dsp:nvSpPr>
      <dsp:spPr>
        <a:xfrm>
          <a:off x="334386" y="2198598"/>
          <a:ext cx="431200" cy="431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3183D-6F44-441F-80B5-1B0E59B63FFA}">
      <dsp:nvSpPr>
        <dsp:cNvPr id="0" name=""/>
        <dsp:cNvSpPr/>
      </dsp:nvSpPr>
      <dsp:spPr>
        <a:xfrm>
          <a:off x="266232" y="2759093"/>
          <a:ext cx="8755450" cy="344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12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Results are automatically stored and downloadable via </a:t>
          </a:r>
          <a:r>
            <a:rPr lang="en-US" sz="1800" b="1" kern="1200" smtClean="0"/>
            <a:t>cloud integration</a:t>
          </a:r>
          <a:endParaRPr lang="en-US" sz="1800" kern="1200"/>
        </a:p>
      </dsp:txBody>
      <dsp:txXfrm>
        <a:off x="266232" y="2759093"/>
        <a:ext cx="8755450" cy="344960"/>
      </dsp:txXfrm>
    </dsp:sp>
    <dsp:sp modelId="{6C07C491-7439-4741-91EB-F6A247910D43}">
      <dsp:nvSpPr>
        <dsp:cNvPr id="0" name=""/>
        <dsp:cNvSpPr/>
      </dsp:nvSpPr>
      <dsp:spPr>
        <a:xfrm>
          <a:off x="50632" y="2715973"/>
          <a:ext cx="431200" cy="4312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00C3A-95D0-4FC6-85D6-E99D8355DE65}">
      <dsp:nvSpPr>
        <dsp:cNvPr id="0" name=""/>
        <dsp:cNvSpPr/>
      </dsp:nvSpPr>
      <dsp:spPr>
        <a:xfrm>
          <a:off x="1579287" y="152393"/>
          <a:ext cx="5631705" cy="5743785"/>
        </a:xfrm>
        <a:prstGeom prst="triangle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FD4D1-6410-4397-8611-396EF1AD9A00}">
      <dsp:nvSpPr>
        <dsp:cNvPr id="0" name=""/>
        <dsp:cNvSpPr/>
      </dsp:nvSpPr>
      <dsp:spPr>
        <a:xfrm>
          <a:off x="4395140" y="606006"/>
          <a:ext cx="3931572" cy="75607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Development Setup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4432048" y="642914"/>
        <a:ext cx="3857756" cy="682255"/>
      </dsp:txXfrm>
    </dsp:sp>
    <dsp:sp modelId="{1E777F35-AA26-40D0-8064-8F7CA5D237C7}">
      <dsp:nvSpPr>
        <dsp:cNvPr id="0" name=""/>
        <dsp:cNvSpPr/>
      </dsp:nvSpPr>
      <dsp:spPr>
        <a:xfrm>
          <a:off x="4395140" y="1456587"/>
          <a:ext cx="3931572" cy="75607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IDE Used: Visual Studio Code (VS Code)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4432048" y="1493495"/>
        <a:ext cx="3857756" cy="682255"/>
      </dsp:txXfrm>
    </dsp:sp>
    <dsp:sp modelId="{46A44D79-E248-4E04-A350-21C5F03CAEDE}">
      <dsp:nvSpPr>
        <dsp:cNvPr id="0" name=""/>
        <dsp:cNvSpPr/>
      </dsp:nvSpPr>
      <dsp:spPr>
        <a:xfrm>
          <a:off x="4395140" y="2307167"/>
          <a:ext cx="3931572" cy="75607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Programming Language: Python 3.9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4432048" y="2344075"/>
        <a:ext cx="3857756" cy="682255"/>
      </dsp:txXfrm>
    </dsp:sp>
    <dsp:sp modelId="{3C40774B-3B3B-4EB6-B3DB-FD93CB2A4545}">
      <dsp:nvSpPr>
        <dsp:cNvPr id="0" name=""/>
        <dsp:cNvSpPr/>
      </dsp:nvSpPr>
      <dsp:spPr>
        <a:xfrm>
          <a:off x="4395140" y="3157748"/>
          <a:ext cx="3931572" cy="75607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Environment: Virtual Environment (.venv) for package isolation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4432048" y="3194656"/>
        <a:ext cx="3857756" cy="682255"/>
      </dsp:txXfrm>
    </dsp:sp>
    <dsp:sp modelId="{E71B0E10-5A23-4ABC-AEE1-36CE3377D92E}">
      <dsp:nvSpPr>
        <dsp:cNvPr id="0" name=""/>
        <dsp:cNvSpPr/>
      </dsp:nvSpPr>
      <dsp:spPr>
        <a:xfrm>
          <a:off x="4492249" y="4008328"/>
          <a:ext cx="3737352" cy="133972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Frameworks &amp; Libraries: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err="1" smtClean="0">
              <a:latin typeface="Times New Roman" pitchFamily="18" charset="0"/>
              <a:cs typeface="Times New Roman" pitchFamily="18" charset="0"/>
            </a:rPr>
            <a:t>OpenCV</a:t>
          </a:r>
          <a:r>
            <a:rPr lang="en-US" sz="1400" b="1" kern="1200" dirty="0" smtClean="0">
              <a:latin typeface="Times New Roman" pitchFamily="18" charset="0"/>
              <a:cs typeface="Times New Roman" pitchFamily="18" charset="0"/>
            </a:rPr>
            <a:t> – image processing</a:t>
          </a:r>
          <a:endParaRPr lang="en-US" sz="1400" b="1" kern="1200" dirty="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pytesseract – OCR text extraction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streamlit – web app interface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smtClean="0">
              <a:latin typeface="Times New Roman" pitchFamily="18" charset="0"/>
              <a:cs typeface="Times New Roman" pitchFamily="18" charset="0"/>
            </a:rPr>
            <a:t>reportlab – PDF generation</a:t>
          </a:r>
          <a:endParaRPr lang="en-US" sz="1400" b="1" kern="1200">
            <a:latin typeface="Times New Roman" pitchFamily="18" charset="0"/>
            <a:cs typeface="Times New Roman" pitchFamily="18" charset="0"/>
          </a:endParaRPr>
        </a:p>
      </dsp:txBody>
      <dsp:txXfrm>
        <a:off x="4557649" y="4073728"/>
        <a:ext cx="3606552" cy="12089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E7C4C-7F7D-45D8-9D5C-01B17311A07C}">
      <dsp:nvSpPr>
        <dsp:cNvPr id="0" name=""/>
        <dsp:cNvSpPr/>
      </dsp:nvSpPr>
      <dsp:spPr>
        <a:xfrm>
          <a:off x="0" y="69561"/>
          <a:ext cx="8763000" cy="579149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Summary</a:t>
          </a:r>
          <a:endParaRPr lang="en-US" sz="2400" kern="1200" dirty="0"/>
        </a:p>
      </dsp:txBody>
      <dsp:txXfrm>
        <a:off x="28272" y="97833"/>
        <a:ext cx="8706456" cy="522605"/>
      </dsp:txXfrm>
    </dsp:sp>
    <dsp:sp modelId="{DB73B547-C332-4D52-8017-D207C1AF121E}">
      <dsp:nvSpPr>
        <dsp:cNvPr id="0" name=""/>
        <dsp:cNvSpPr/>
      </dsp:nvSpPr>
      <dsp:spPr>
        <a:xfrm>
          <a:off x="0" y="691911"/>
          <a:ext cx="8763000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Successfully developed a </a:t>
          </a:r>
          <a:r>
            <a:rPr lang="en-US" sz="1500" b="1" kern="1200" smtClean="0"/>
            <a:t>Custom Object Character Recognition (OCR)</a:t>
          </a:r>
          <a:r>
            <a:rPr lang="en-US" sz="1500" kern="1200" smtClean="0"/>
            <a:t> system using </a:t>
          </a:r>
          <a:r>
            <a:rPr lang="en-US" sz="1500" b="1" kern="1200" smtClean="0"/>
            <a:t>YOLOv3</a:t>
          </a:r>
          <a:r>
            <a:rPr lang="en-US" sz="1500" kern="1200" smtClean="0"/>
            <a:t> and </a:t>
          </a:r>
          <a:r>
            <a:rPr lang="en-US" sz="1500" b="1" kern="1200" smtClean="0"/>
            <a:t>Tesseract</a:t>
          </a:r>
          <a:r>
            <a:rPr lang="en-US" sz="1500" kern="1200" smtClean="0"/>
            <a:t>.</a:t>
          </a:r>
          <a:endParaRPr lang="en-US" sz="1500" kern="1200"/>
        </a:p>
      </dsp:txBody>
      <dsp:txXfrm>
        <a:off x="28272" y="720183"/>
        <a:ext cx="8706456" cy="522605"/>
      </dsp:txXfrm>
    </dsp:sp>
    <dsp:sp modelId="{008085E5-4BA3-4483-8417-B18E3826BA5A}">
      <dsp:nvSpPr>
        <dsp:cNvPr id="0" name=""/>
        <dsp:cNvSpPr/>
      </dsp:nvSpPr>
      <dsp:spPr>
        <a:xfrm>
          <a:off x="0" y="1314261"/>
          <a:ext cx="8763000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The model efficiently detects and reads key information from </a:t>
          </a:r>
          <a:r>
            <a:rPr lang="en-US" sz="1500" b="1" kern="1200" smtClean="0"/>
            <a:t>lab reports</a:t>
          </a:r>
          <a:r>
            <a:rPr lang="en-US" sz="1500" kern="1200" smtClean="0"/>
            <a:t> such as:</a:t>
          </a:r>
          <a:br>
            <a:rPr lang="en-US" sz="1500" kern="1200" smtClean="0"/>
          </a:br>
          <a:r>
            <a:rPr lang="en-US" sz="1500" b="1" kern="1200" smtClean="0"/>
            <a:t>Patient Name, Test Name, T3, T4, and TSH values.</a:t>
          </a:r>
          <a:endParaRPr lang="en-US" sz="1500" kern="1200"/>
        </a:p>
      </dsp:txBody>
      <dsp:txXfrm>
        <a:off x="28272" y="1342533"/>
        <a:ext cx="8706456" cy="522605"/>
      </dsp:txXfrm>
    </dsp:sp>
    <dsp:sp modelId="{65BE3EDD-DA2A-40A7-A05F-8480DD3C8F5E}">
      <dsp:nvSpPr>
        <dsp:cNvPr id="0" name=""/>
        <dsp:cNvSpPr/>
      </dsp:nvSpPr>
      <dsp:spPr>
        <a:xfrm>
          <a:off x="0" y="1936611"/>
          <a:ext cx="8763000" cy="5791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Fully implemented and tested locally in </a:t>
          </a:r>
          <a:r>
            <a:rPr lang="en-US" sz="1500" b="1" kern="1200" smtClean="0"/>
            <a:t>VS Code</a:t>
          </a:r>
          <a:r>
            <a:rPr lang="en-US" sz="1500" kern="1200" smtClean="0"/>
            <a:t> with a </a:t>
          </a:r>
          <a:r>
            <a:rPr lang="en-US" sz="1500" b="1" kern="1200" smtClean="0"/>
            <a:t>Streamlit-based interface</a:t>
          </a:r>
          <a:r>
            <a:rPr lang="en-US" sz="1500" kern="1200" smtClean="0"/>
            <a:t> for real-time results and PDF generation.</a:t>
          </a:r>
          <a:endParaRPr lang="en-US" sz="1500" kern="1200"/>
        </a:p>
      </dsp:txBody>
      <dsp:txXfrm>
        <a:off x="28272" y="1964883"/>
        <a:ext cx="8706456" cy="52260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F47E-F86F-410D-A1E0-BF6BC37D3ED8}">
      <dsp:nvSpPr>
        <dsp:cNvPr id="0" name=""/>
        <dsp:cNvSpPr/>
      </dsp:nvSpPr>
      <dsp:spPr>
        <a:xfrm rot="16200000">
          <a:off x="-341977" y="344072"/>
          <a:ext cx="2743200" cy="2055055"/>
        </a:xfrm>
        <a:prstGeom prst="flowChartManualOperation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071" bIns="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smtClean="0"/>
            <a:t>Key Takeaways</a:t>
          </a:r>
          <a:endParaRPr lang="en-US" sz="1600" kern="1200"/>
        </a:p>
      </dsp:txBody>
      <dsp:txXfrm rot="5400000">
        <a:off x="2096" y="548639"/>
        <a:ext cx="2055055" cy="1645920"/>
      </dsp:txXfrm>
    </dsp:sp>
    <dsp:sp modelId="{A5535EB2-64F4-4DFC-8581-5246B3C8AF7C}">
      <dsp:nvSpPr>
        <dsp:cNvPr id="0" name=""/>
        <dsp:cNvSpPr/>
      </dsp:nvSpPr>
      <dsp:spPr>
        <a:xfrm rot="16200000">
          <a:off x="1867207" y="344072"/>
          <a:ext cx="2743200" cy="2055055"/>
        </a:xfrm>
        <a:prstGeom prst="flowChartManualOperation">
          <a:avLst/>
        </a:prstGeom>
        <a:solidFill>
          <a:srgbClr val="7030A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071" bIns="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Integration of </a:t>
          </a:r>
          <a:r>
            <a:rPr lang="en-US" sz="1600" b="1" kern="1200" smtClean="0"/>
            <a:t>YOLOv3 (for region detection)</a:t>
          </a:r>
          <a:r>
            <a:rPr lang="en-US" sz="1600" kern="1200" smtClean="0"/>
            <a:t> and </a:t>
          </a:r>
          <a:r>
            <a:rPr lang="en-US" sz="1600" b="1" kern="1200" smtClean="0"/>
            <a:t>Tesseract (for text extraction)</a:t>
          </a:r>
          <a:r>
            <a:rPr lang="en-US" sz="1600" kern="1200" smtClean="0"/>
            <a:t> created a powerful hybrid OCR pipeline.</a:t>
          </a:r>
          <a:endParaRPr lang="en-US" sz="1600" kern="1200"/>
        </a:p>
      </dsp:txBody>
      <dsp:txXfrm rot="5400000">
        <a:off x="2211280" y="548639"/>
        <a:ext cx="2055055" cy="1645920"/>
      </dsp:txXfrm>
    </dsp:sp>
    <dsp:sp modelId="{7F78C367-FD57-4885-AF3F-236230DB4CCF}">
      <dsp:nvSpPr>
        <dsp:cNvPr id="0" name=""/>
        <dsp:cNvSpPr/>
      </dsp:nvSpPr>
      <dsp:spPr>
        <a:xfrm rot="16200000">
          <a:off x="4076391" y="344072"/>
          <a:ext cx="2743200" cy="205505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071" bIns="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Automated data extraction minimizes manual effort and reduces errors in clinical documentation.</a:t>
          </a:r>
          <a:endParaRPr lang="en-US" sz="1600" kern="1200"/>
        </a:p>
      </dsp:txBody>
      <dsp:txXfrm rot="5400000">
        <a:off x="4420464" y="548639"/>
        <a:ext cx="2055055" cy="1645920"/>
      </dsp:txXfrm>
    </dsp:sp>
    <dsp:sp modelId="{545BDC9E-2277-47B2-8178-8064184E0072}">
      <dsp:nvSpPr>
        <dsp:cNvPr id="0" name=""/>
        <dsp:cNvSpPr/>
      </dsp:nvSpPr>
      <dsp:spPr>
        <a:xfrm rot="16200000">
          <a:off x="6285576" y="344072"/>
          <a:ext cx="2743200" cy="2055055"/>
        </a:xfrm>
        <a:prstGeom prst="flowChartManualOperation">
          <a:avLst/>
        </a:prstGeom>
        <a:solidFill>
          <a:schemeClr val="accent6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2071" bIns="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The system design is </a:t>
          </a:r>
          <a:r>
            <a:rPr lang="en-US" sz="1600" b="1" kern="1200" smtClean="0"/>
            <a:t>modular</a:t>
          </a:r>
          <a:r>
            <a:rPr lang="en-US" sz="1600" kern="1200" smtClean="0"/>
            <a:t>, </a:t>
          </a:r>
          <a:r>
            <a:rPr lang="en-US" sz="1600" b="1" kern="1200" smtClean="0"/>
            <a:t>scalable</a:t>
          </a:r>
          <a:r>
            <a:rPr lang="en-US" sz="1600" kern="1200" smtClean="0"/>
            <a:t>, and ready for </a:t>
          </a:r>
          <a:r>
            <a:rPr lang="en-US" sz="1600" b="1" kern="1200" smtClean="0"/>
            <a:t>future deployment on cloud (AWS / Streamlit Cloud)</a:t>
          </a:r>
          <a:r>
            <a:rPr lang="en-US" sz="1600" kern="1200" smtClean="0"/>
            <a:t>.</a:t>
          </a:r>
          <a:endParaRPr lang="en-US" sz="1600" kern="1200"/>
        </a:p>
      </dsp:txBody>
      <dsp:txXfrm rot="5400000">
        <a:off x="6629649" y="548639"/>
        <a:ext cx="2055055" cy="1645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5FFC309-E660-4E37-9021-BB9998769D0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AC05478-7EBC-49F8-8DCC-1D8D4A4377E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hyperlink" Target="https://tesseract-ocr.github.io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eportlab.com/docs/reportlab-userguide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6654" cy="6858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39278" y="35433"/>
            <a:ext cx="26783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Project-10</a:t>
            </a:r>
            <a:endParaRPr lang="en-US" sz="4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43878" y="1371600"/>
            <a:ext cx="54537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Nexthikes</a:t>
            </a:r>
            <a:r>
              <a:rPr lang="en-US" sz="44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IT solutions</a:t>
            </a:r>
            <a:endParaRPr lang="en-US" sz="44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7068" y="2644170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                 TITLE:</a:t>
            </a:r>
          </a:p>
          <a:p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Custom Object Character Recognition (OCR) using YOLO v3 and </a:t>
            </a:r>
            <a:r>
              <a:rPr lang="en-US" sz="32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Tesseract</a:t>
            </a:r>
            <a:endParaRPr lang="en-US" sz="32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8600" y="6032212"/>
            <a:ext cx="24080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Mahak </a:t>
            </a:r>
            <a:r>
              <a:rPr lang="en-US" sz="3200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goyal</a:t>
            </a:r>
            <a:endParaRPr lang="en-US" sz="32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953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novo\Downloads\Gemini_Generated_Image_ql72cjql72cjql7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78" y="1219200"/>
            <a:ext cx="4800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152400"/>
            <a:ext cx="8145050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Problem Statement — Why Custom OCR is Needed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05400" y="1524000"/>
            <a:ext cx="3649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⏳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Manual data entry is slow and error-prone.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Lab reports have no fixed format or layout.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🧾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Generic OCR fails to capture specific fields (Patient Name, Tests, Values).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🔍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Inconsistent fonts and scan quality reduce accuracy.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🤖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Need for an automated, field-aware extraction system.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2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8839200" cy="46166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Project Objectives — Building Smart Lab Report Extraction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4216582168"/>
              </p:ext>
            </p:extLst>
          </p:nvPr>
        </p:nvGraphicFramePr>
        <p:xfrm>
          <a:off x="457200" y="609600"/>
          <a:ext cx="8381999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41306"/>
            <a:ext cx="751616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End-to-End Workflow of Custom OCR Pipeline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563284485"/>
              </p:ext>
            </p:extLst>
          </p:nvPr>
        </p:nvGraphicFramePr>
        <p:xfrm>
          <a:off x="152400" y="685800"/>
          <a:ext cx="8991600" cy="601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20483"/>
            <a:ext cx="3242170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Data Preparation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546626911"/>
              </p:ext>
            </p:extLst>
          </p:nvPr>
        </p:nvGraphicFramePr>
        <p:xfrm>
          <a:off x="0" y="914401"/>
          <a:ext cx="89154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C:\Users\Lenovo\Downloads\Gemini_Generated_Image_b70d8xb70d8xb70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" y="990600"/>
            <a:ext cx="4186881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05000" y="86381"/>
            <a:ext cx="4891883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Model Training YOLOv3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50940" y="800368"/>
            <a:ext cx="464065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Model Used: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YOLOv3 (You Only Look Once v3) — a real-time object detection model.</a:t>
            </a:r>
          </a:p>
          <a:p>
            <a:r>
              <a:rPr lang="en-US" sz="1600" b="1" dirty="0" smtClean="0"/>
              <a:t>Training Environment:</a:t>
            </a:r>
            <a:endParaRPr lang="en-US" sz="1600" dirty="0" smtClean="0"/>
          </a:p>
          <a:p>
            <a:pPr lvl="1"/>
            <a:r>
              <a:rPr lang="en-US" sz="1600" dirty="0" smtClean="0"/>
              <a:t>Google </a:t>
            </a:r>
            <a:r>
              <a:rPr lang="en-US" sz="1600" dirty="0" err="1" smtClean="0"/>
              <a:t>Colab</a:t>
            </a:r>
            <a:r>
              <a:rPr lang="en-US" sz="1600" dirty="0" smtClean="0"/>
              <a:t> GPU for accelerated training</a:t>
            </a:r>
          </a:p>
          <a:p>
            <a:pPr lvl="1"/>
            <a:r>
              <a:rPr lang="en-US" sz="1600" dirty="0" smtClean="0"/>
              <a:t>Dependencies: </a:t>
            </a:r>
            <a:r>
              <a:rPr lang="en-US" sz="1600" dirty="0" err="1" smtClean="0"/>
              <a:t>OpenCV</a:t>
            </a:r>
            <a:r>
              <a:rPr lang="en-US" sz="1600" dirty="0" smtClean="0"/>
              <a:t>, </a:t>
            </a:r>
            <a:r>
              <a:rPr lang="en-US" sz="1600" dirty="0" err="1" smtClean="0"/>
              <a:t>PyTorch</a:t>
            </a:r>
            <a:r>
              <a:rPr lang="en-US" sz="1600" dirty="0" smtClean="0"/>
              <a:t>, and </a:t>
            </a:r>
            <a:r>
              <a:rPr lang="en-US" sz="1600" dirty="0" err="1" smtClean="0"/>
              <a:t>Darknet</a:t>
            </a:r>
            <a:endParaRPr lang="en-US" sz="1600" dirty="0" smtClean="0"/>
          </a:p>
          <a:p>
            <a:r>
              <a:rPr lang="en-US" sz="1600" b="1" dirty="0" smtClean="0"/>
              <a:t>Configuration:</a:t>
            </a:r>
            <a:endParaRPr lang="en-US" sz="1600" dirty="0" smtClean="0"/>
          </a:p>
          <a:p>
            <a:pPr lvl="1"/>
            <a:r>
              <a:rPr lang="en-US" sz="1600" dirty="0" smtClean="0"/>
              <a:t>Input size: 416 × 416 pixels</a:t>
            </a:r>
          </a:p>
          <a:p>
            <a:pPr lvl="1"/>
            <a:r>
              <a:rPr lang="en-US" sz="1600" dirty="0" smtClean="0"/>
              <a:t>Batch size: 16</a:t>
            </a:r>
          </a:p>
          <a:p>
            <a:pPr lvl="1"/>
            <a:r>
              <a:rPr lang="en-US" sz="1600" dirty="0" smtClean="0"/>
              <a:t>Learning rate: 0.001</a:t>
            </a:r>
          </a:p>
          <a:p>
            <a:pPr lvl="1"/>
            <a:r>
              <a:rPr lang="en-US" sz="1600" dirty="0" smtClean="0"/>
              <a:t>Epochs: 100</a:t>
            </a:r>
          </a:p>
          <a:p>
            <a:r>
              <a:rPr lang="en-US" sz="1600" b="1" dirty="0" smtClean="0"/>
              <a:t>Training Steps:</a:t>
            </a:r>
            <a:endParaRPr lang="en-US" sz="1600" dirty="0" smtClean="0"/>
          </a:p>
          <a:p>
            <a:pPr lvl="1"/>
            <a:r>
              <a:rPr lang="en-US" sz="1600" dirty="0" smtClean="0"/>
              <a:t>Loaded annotated dataset (images + YOLO .txt files)</a:t>
            </a:r>
          </a:p>
          <a:p>
            <a:pPr lvl="1"/>
            <a:r>
              <a:rPr lang="en-US" sz="1600" dirty="0" smtClean="0"/>
              <a:t>Modified YOLO </a:t>
            </a:r>
            <a:r>
              <a:rPr lang="en-US" sz="1600" dirty="0" err="1" smtClean="0"/>
              <a:t>config</a:t>
            </a:r>
            <a:r>
              <a:rPr lang="en-US" sz="1600" dirty="0" smtClean="0"/>
              <a:t> and .data files</a:t>
            </a:r>
          </a:p>
          <a:p>
            <a:pPr lvl="1"/>
            <a:r>
              <a:rPr lang="en-US" sz="1600" dirty="0" smtClean="0"/>
              <a:t>Trained the model using </a:t>
            </a:r>
            <a:r>
              <a:rPr lang="en-US" sz="1600" dirty="0" err="1" smtClean="0"/>
              <a:t>Darknet</a:t>
            </a:r>
            <a:endParaRPr lang="en-US" sz="1600" dirty="0" smtClean="0"/>
          </a:p>
          <a:p>
            <a:pPr lvl="1"/>
            <a:r>
              <a:rPr lang="en-US" sz="1600" dirty="0" smtClean="0"/>
              <a:t>Saved best weights to models/yolov3_custom.weights</a:t>
            </a:r>
          </a:p>
          <a:p>
            <a:r>
              <a:rPr lang="en-US" sz="1600" b="1" dirty="0" smtClean="0"/>
              <a:t>Output:</a:t>
            </a:r>
            <a:endParaRPr lang="en-US" sz="1600" dirty="0" smtClean="0"/>
          </a:p>
          <a:p>
            <a:pPr lvl="1"/>
            <a:r>
              <a:rPr lang="en-US" sz="1600" dirty="0" smtClean="0"/>
              <a:t>Bounding boxes for each target field (Patient Name, T3, T4, TSH, etc.)</a:t>
            </a:r>
          </a:p>
          <a:p>
            <a:pPr lvl="1"/>
            <a:r>
              <a:rPr lang="en-US" sz="1600" dirty="0" smtClean="0"/>
              <a:t>High detection accuracy on unseen reports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25392"/>
            <a:ext cx="6372770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OCR &amp; Text Extraction (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Tesseract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323" y="1600200"/>
            <a:ext cx="4114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809656349"/>
              </p:ext>
            </p:extLst>
          </p:nvPr>
        </p:nvGraphicFramePr>
        <p:xfrm>
          <a:off x="152400" y="762000"/>
          <a:ext cx="8762999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" y="1600200"/>
            <a:ext cx="4855923" cy="502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Input: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Cropped regions (e.g., Patient Name, T3, T4, TSH).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Preprocessing:</a:t>
            </a:r>
            <a:endParaRPr lang="en-US" dirty="0" smtClean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Resize and convert to </a:t>
            </a:r>
            <a:r>
              <a:rPr lang="en-US" b="1" dirty="0" err="1" smtClean="0"/>
              <a:t>grayscale</a:t>
            </a:r>
            <a:r>
              <a:rPr lang="en-US" dirty="0" smtClean="0"/>
              <a:t>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Apply </a:t>
            </a:r>
            <a:r>
              <a:rPr lang="en-US" b="1" dirty="0" smtClean="0"/>
              <a:t>Gaussian blur</a:t>
            </a:r>
            <a:r>
              <a:rPr lang="en-US" dirty="0" smtClean="0"/>
              <a:t> to remove noise.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Use </a:t>
            </a:r>
            <a:r>
              <a:rPr lang="en-US" b="1" dirty="0" smtClean="0"/>
              <a:t>Otsu’s </a:t>
            </a:r>
            <a:r>
              <a:rPr lang="en-US" b="1" dirty="0" err="1" smtClean="0"/>
              <a:t>thresholding</a:t>
            </a:r>
            <a:r>
              <a:rPr lang="en-US" dirty="0" smtClean="0"/>
              <a:t> for text clarity.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Binary Conversion: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Convert to </a:t>
            </a:r>
            <a:r>
              <a:rPr lang="en-US" b="1" dirty="0" smtClean="0"/>
              <a:t>black text on white background</a:t>
            </a:r>
            <a:r>
              <a:rPr lang="en-US" dirty="0" smtClean="0"/>
              <a:t> for better OCR accuracy.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Text Extraction: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Pass preprocessed images to </a:t>
            </a:r>
            <a:r>
              <a:rPr lang="en-US" b="1" dirty="0" err="1" smtClean="0"/>
              <a:t>Tesseract</a:t>
            </a:r>
            <a:r>
              <a:rPr lang="en-US" b="1" dirty="0" smtClean="0"/>
              <a:t> OCR</a:t>
            </a:r>
            <a:r>
              <a:rPr lang="en-US" dirty="0" smtClean="0"/>
              <a:t> for recognition.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Output: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Structured text data (JSON/CSV) containing recognized fields.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50590"/>
            <a:ext cx="7235635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Architecture &amp; Integration Flow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50942782"/>
              </p:ext>
            </p:extLst>
          </p:nvPr>
        </p:nvGraphicFramePr>
        <p:xfrm>
          <a:off x="228600" y="1447800"/>
          <a:ext cx="8761317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23933168"/>
              </p:ext>
            </p:extLst>
          </p:nvPr>
        </p:nvGraphicFramePr>
        <p:xfrm>
          <a:off x="0" y="3429000"/>
          <a:ext cx="9064434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808880"/>
            <a:ext cx="251460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Key 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-3948"/>
            <a:ext cx="5465535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Local Deployment in VS Code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349578866"/>
              </p:ext>
            </p:extLst>
          </p:nvPr>
        </p:nvGraphicFramePr>
        <p:xfrm>
          <a:off x="-914400" y="580827"/>
          <a:ext cx="9906000" cy="6048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7923" y="33630"/>
            <a:ext cx="5984074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Results and Output Visualization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41260"/>
            <a:ext cx="5181599" cy="3916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07696" y="914400"/>
            <a:ext cx="3810640" cy="31393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OCR Processing Summary</a:t>
            </a:r>
            <a:endParaRPr lang="en-US" dirty="0" smtClean="0"/>
          </a:p>
          <a:p>
            <a:r>
              <a:rPr lang="en-US" dirty="0" smtClean="0"/>
              <a:t>Input: Lab report images uploaded through </a:t>
            </a:r>
            <a:r>
              <a:rPr lang="en-US" dirty="0" err="1" smtClean="0"/>
              <a:t>Streamlit</a:t>
            </a:r>
            <a:endParaRPr lang="en-US" dirty="0" smtClean="0"/>
          </a:p>
          <a:p>
            <a:r>
              <a:rPr lang="en-US" dirty="0" smtClean="0"/>
              <a:t>YOLOv3 detected key regions (Patient Name, Test Name, T3, T4, TSH)</a:t>
            </a:r>
          </a:p>
          <a:p>
            <a:r>
              <a:rPr lang="en-US" dirty="0" smtClean="0"/>
              <a:t>Cropped regions passed to </a:t>
            </a:r>
            <a:r>
              <a:rPr lang="en-US" dirty="0" err="1" smtClean="0"/>
              <a:t>Tesseract</a:t>
            </a:r>
            <a:r>
              <a:rPr lang="en-US" dirty="0" smtClean="0"/>
              <a:t> for text extraction</a:t>
            </a:r>
          </a:p>
          <a:p>
            <a:r>
              <a:rPr lang="en-US" dirty="0" smtClean="0"/>
              <a:t>Results displayed instantly and saved as CSV/PDF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54279"/>
            <a:ext cx="4083169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Conclusion &amp; Insights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53677303"/>
              </p:ext>
            </p:extLst>
          </p:nvPr>
        </p:nvGraphicFramePr>
        <p:xfrm>
          <a:off x="228600" y="914400"/>
          <a:ext cx="8763000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039029369"/>
              </p:ext>
            </p:extLst>
          </p:nvPr>
        </p:nvGraphicFramePr>
        <p:xfrm>
          <a:off x="304800" y="3886200"/>
          <a:ext cx="8686799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0" y="3657600"/>
            <a:ext cx="91440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2800" y="14810"/>
            <a:ext cx="2330766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1" y="1828800"/>
            <a:ext cx="792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b="1" dirty="0" smtClean="0"/>
              <a:t>YOLOv3: An Incremental Improvement</a:t>
            </a:r>
            <a:r>
              <a:rPr lang="en-US" sz="2000" dirty="0" smtClean="0"/>
              <a:t> – Joseph </a:t>
            </a:r>
            <a:r>
              <a:rPr lang="en-US" sz="2000" dirty="0" err="1" smtClean="0"/>
              <a:t>Redmon</a:t>
            </a:r>
            <a:r>
              <a:rPr lang="en-US" sz="2000" dirty="0" smtClean="0"/>
              <a:t> and Ali </a:t>
            </a:r>
            <a:r>
              <a:rPr lang="en-US" sz="2000" dirty="0" err="1" smtClean="0"/>
              <a:t>Farhadi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i="1" dirty="0" smtClean="0"/>
              <a:t>(arXiv:1804.02767)</a:t>
            </a:r>
            <a:endParaRPr lang="en-US" sz="20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err="1" smtClean="0"/>
              <a:t>Tesseract</a:t>
            </a:r>
            <a:r>
              <a:rPr lang="en-US" sz="2000" b="1" dirty="0" smtClean="0"/>
              <a:t> OCR Engine Documentation</a:t>
            </a:r>
            <a:r>
              <a:rPr lang="en-US" sz="2000" dirty="0" smtClean="0"/>
              <a:t> – Google Developers</a:t>
            </a:r>
            <a:br>
              <a:rPr lang="en-US" sz="2000" dirty="0" smtClean="0"/>
            </a:br>
            <a:r>
              <a:rPr lang="en-US" sz="2000" dirty="0" smtClean="0">
                <a:hlinkClick r:id="rId2"/>
              </a:rPr>
              <a:t>https://tesseract-ocr.github.io/</a:t>
            </a:r>
            <a:endParaRPr lang="en-US" sz="20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err="1" smtClean="0"/>
              <a:t>OpenCV</a:t>
            </a:r>
            <a:r>
              <a:rPr lang="en-US" sz="2000" b="1" dirty="0" smtClean="0"/>
              <a:t> Python Documentation</a:t>
            </a:r>
            <a:r>
              <a:rPr lang="en-US" sz="2000" dirty="0" smtClean="0"/>
              <a:t> – OpenCV.org</a:t>
            </a:r>
            <a:br>
              <a:rPr lang="en-US" sz="2000" dirty="0" smtClean="0"/>
            </a:br>
            <a:r>
              <a:rPr lang="en-US" sz="2000" dirty="0" smtClean="0"/>
              <a:t>https://docs.opencv.org/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err="1" smtClean="0"/>
              <a:t>Streamlit</a:t>
            </a:r>
            <a:r>
              <a:rPr lang="en-US" sz="2000" b="1" dirty="0" smtClean="0"/>
              <a:t> Documentation</a:t>
            </a:r>
            <a:r>
              <a:rPr lang="en-US" sz="2000" dirty="0" smtClean="0"/>
              <a:t> – Streamlit.io</a:t>
            </a:r>
            <a:br>
              <a:rPr lang="en-US" sz="2000" dirty="0" smtClean="0"/>
            </a:br>
            <a:r>
              <a:rPr lang="en-US" sz="2000" dirty="0" smtClean="0">
                <a:hlinkClick r:id="rId3"/>
              </a:rPr>
              <a:t>https://docs.streamlit.io/</a:t>
            </a:r>
            <a:endParaRPr lang="en-US" sz="20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b="1" dirty="0" err="1" smtClean="0"/>
              <a:t>ReportLab</a:t>
            </a:r>
            <a:r>
              <a:rPr lang="en-US" sz="2000" b="1" dirty="0" smtClean="0"/>
              <a:t> PDF Generation Library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>
                <a:hlinkClick r:id="rId4"/>
              </a:rPr>
              <a:t>https://www.reportlab.com/docs/reportlab-userguide.pdf</a:t>
            </a:r>
            <a:endParaRPr lang="en-US" sz="20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40070" y="2286000"/>
            <a:ext cx="6960930" cy="132343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8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80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5110094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1618</TotalTime>
  <Words>696</Words>
  <Application>Microsoft Office PowerPoint</Application>
  <PresentationFormat>On-screen Show (4:3)</PresentationFormat>
  <Paragraphs>124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Slipstream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12</cp:revision>
  <dcterms:created xsi:type="dcterms:W3CDTF">2025-11-04T12:30:14Z</dcterms:created>
  <dcterms:modified xsi:type="dcterms:W3CDTF">2025-11-05T15:28:47Z</dcterms:modified>
</cp:coreProperties>
</file>